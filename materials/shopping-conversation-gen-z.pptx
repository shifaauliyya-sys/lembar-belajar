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1336875bf404a" /><Relationship Type="http://schemas.openxmlformats.org/officeDocument/2006/relationships/extended-properties" Target="/docProps/app.xml" Id="Raa08a9ce11654bea" /><Relationship Type="http://schemas.openxmlformats.org/officeDocument/2006/relationships/officeDocument" Target="/ppt/presentation.xml" Id="R423a9f9bcaed4b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d2145d6064a4c"/>
  </p:sldMasterIdLst>
  <p:notesMasterIdLst>
    <p:notesMasterId xmlns:r="http://schemas.openxmlformats.org/officeDocument/2006/relationships" r:id="R261ee35721b6410b"/>
  </p:notesMasterIdLst>
  <p:sldIdLst>
    <p:sldId xmlns:r="http://schemas.openxmlformats.org/officeDocument/2006/relationships" id="256" r:id="R26b5168cfb534736"/>
    <p:sldId xmlns:r="http://schemas.openxmlformats.org/officeDocument/2006/relationships" id="257" r:id="Raaaecddc69a64cbf"/>
    <p:sldId xmlns:r="http://schemas.openxmlformats.org/officeDocument/2006/relationships" id="258" r:id="R52d5df2618294a8d"/>
    <p:sldId xmlns:r="http://schemas.openxmlformats.org/officeDocument/2006/relationships" id="259" r:id="Rd059e1099e2b45ab"/>
    <p:sldId xmlns:r="http://schemas.openxmlformats.org/officeDocument/2006/relationships" id="260" r:id="R92f074b58465455b"/>
    <p:sldId xmlns:r="http://schemas.openxmlformats.org/officeDocument/2006/relationships" id="261" r:id="Rc50d0d22037441c7"/>
    <p:sldId xmlns:r="http://schemas.openxmlformats.org/officeDocument/2006/relationships" id="262" r:id="R3f093a8fd5234e7f"/>
    <p:sldId xmlns:r="http://schemas.openxmlformats.org/officeDocument/2006/relationships" id="263" r:id="R178853fe60a54b91"/>
    <p:sldId xmlns:r="http://schemas.openxmlformats.org/officeDocument/2006/relationships" id="264" r:id="R0e81f877eff64776"/>
    <p:sldId xmlns:r="http://schemas.openxmlformats.org/officeDocument/2006/relationships" id="265" r:id="Ra7e2c59d6fcd4c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5efdf354214d06" /><Relationship Type="http://schemas.openxmlformats.org/officeDocument/2006/relationships/slideMaster" Target="/ppt/slideMasters/slideMaster1.xml" Id="R954d2145d6064a4c" /><Relationship Type="http://schemas.openxmlformats.org/officeDocument/2006/relationships/notesMaster" Target="/ppt/notesMasters/notesMaster1.xml" Id="R261ee35721b6410b" /><Relationship Type="http://schemas.openxmlformats.org/officeDocument/2006/relationships/presProps" Target="/ppt/presProps.xml" Id="R4d6e0457909044e5" /><Relationship Type="http://schemas.openxmlformats.org/officeDocument/2006/relationships/tableStyles" Target="/ppt/tableStyles.xml" Id="Reef542222e394b7c" /><Relationship Type="http://schemas.openxmlformats.org/officeDocument/2006/relationships/slide" Target="/ppt/slides/slide1.xml" Id="R26b5168cfb534736" /><Relationship Type="http://schemas.openxmlformats.org/officeDocument/2006/relationships/slide" Target="/ppt/slides/slide2.xml" Id="Raaaecddc69a64cbf" /><Relationship Type="http://schemas.openxmlformats.org/officeDocument/2006/relationships/slide" Target="/ppt/slides/slide3.xml" Id="R52d5df2618294a8d" /><Relationship Type="http://schemas.openxmlformats.org/officeDocument/2006/relationships/slide" Target="/ppt/slides/slide4.xml" Id="Rd059e1099e2b45ab" /><Relationship Type="http://schemas.openxmlformats.org/officeDocument/2006/relationships/slide" Target="/ppt/slides/slide5.xml" Id="R92f074b58465455b" /><Relationship Type="http://schemas.openxmlformats.org/officeDocument/2006/relationships/slide" Target="/ppt/slides/slide6.xml" Id="Rc50d0d22037441c7" /><Relationship Type="http://schemas.openxmlformats.org/officeDocument/2006/relationships/slide" Target="/ppt/slides/slide7.xml" Id="R3f093a8fd5234e7f" /><Relationship Type="http://schemas.openxmlformats.org/officeDocument/2006/relationships/slide" Target="/ppt/slides/slide8.xml" Id="R178853fe60a54b91" /><Relationship Type="http://schemas.openxmlformats.org/officeDocument/2006/relationships/slide" Target="/ppt/slides/slide9.xml" Id="R0e81f877eff64776" /><Relationship Type="http://schemas.openxmlformats.org/officeDocument/2006/relationships/slide" Target="/ppt/slides/slide10.xml" Id="Ra7e2c59d6fcd4c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890b8eb9fa4b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7ffb7c8f64be4" /><Relationship Type="http://schemas.openxmlformats.org/officeDocument/2006/relationships/notesMaster" Target="/ppt/notesMasters/notesMaster1.xml" Id="R9ed70625bf6e4d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6216f049354a70" /><Relationship Type="http://schemas.openxmlformats.org/officeDocument/2006/relationships/notesMaster" Target="/ppt/notesMasters/notesMaster1.xml" Id="R6972eabbea9b46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5e4c6030c4ab9" /><Relationship Type="http://schemas.openxmlformats.org/officeDocument/2006/relationships/notesMaster" Target="/ppt/notesMasters/notesMaster1.xml" Id="R7856963bdce84f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51058c8cc4d0a" /><Relationship Type="http://schemas.openxmlformats.org/officeDocument/2006/relationships/notesMaster" Target="/ppt/notesMasters/notesMaster1.xml" Id="R660dc4c8f55b44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c8d6933f364bb1" /><Relationship Type="http://schemas.openxmlformats.org/officeDocument/2006/relationships/notesMaster" Target="/ppt/notesMasters/notesMaster1.xml" Id="R47053cb0592540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eaa663296649af" /><Relationship Type="http://schemas.openxmlformats.org/officeDocument/2006/relationships/notesMaster" Target="/ppt/notesMasters/notesMaster1.xml" Id="R4614b6d2187940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ae634feb894c5d" /><Relationship Type="http://schemas.openxmlformats.org/officeDocument/2006/relationships/notesMaster" Target="/ppt/notesMasters/notesMaster1.xml" Id="R5d592b4c696742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65b92dfdfd483c" /><Relationship Type="http://schemas.openxmlformats.org/officeDocument/2006/relationships/notesMaster" Target="/ppt/notesMasters/notesMaster1.xml" Id="R83c11a4fbe0346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29c357b32348df" /><Relationship Type="http://schemas.openxmlformats.org/officeDocument/2006/relationships/notesMaster" Target="/ppt/notesMasters/notesMaster1.xml" Id="R7cfbb05634d045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69463107b64496" /><Relationship Type="http://schemas.openxmlformats.org/officeDocument/2006/relationships/notesMaster" Target="/ppt/notesMasters/notesMaster1.xml" Id="R36189808f1f8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030f41b0d41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9b2f5f9ebd44ef" /><Relationship Type="http://schemas.openxmlformats.org/officeDocument/2006/relationships/slideLayout" Target="/ppt/slideLayouts/slideLayout1.xml" Id="Rf33d90ce5974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3d90ce5974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f0080bd07448f" /><Relationship Type="http://schemas.openxmlformats.org/officeDocument/2006/relationships/image" Target="/ppt/media/image.png" Id="Rf710ffd30aaf47e3" /><Relationship Type="http://schemas.openxmlformats.org/officeDocument/2006/relationships/notesSlide" Target="/ppt/notesSlides/notesSlide1.xml" Id="R4c693505f0f5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682d1d2014c06" /><Relationship Type="http://schemas.openxmlformats.org/officeDocument/2006/relationships/image" Target="/ppt/media/image2.png" Id="R8b2ba9c4f5794d41" /><Relationship Type="http://schemas.openxmlformats.org/officeDocument/2006/relationships/notesSlide" Target="/ppt/notesSlides/notesSlide2.xml" Id="Rd93419ff3a4a4d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8c887048b48b9" /><Relationship Type="http://schemas.openxmlformats.org/officeDocument/2006/relationships/notesSlide" Target="/ppt/notesSlides/notesSlide3.xml" Id="R60e39aee147240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778d1ebbc46c3" /><Relationship Type="http://schemas.openxmlformats.org/officeDocument/2006/relationships/notesSlide" Target="/ppt/notesSlides/notesSlide4.xml" Id="Rae96a99fba4a47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4ed9272dd4805" /><Relationship Type="http://schemas.openxmlformats.org/officeDocument/2006/relationships/notesSlide" Target="/ppt/notesSlides/notesSlide5.xml" Id="R87e073af4646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b3bee0b9845f5" /><Relationship Type="http://schemas.openxmlformats.org/officeDocument/2006/relationships/image" Target="/ppt/media/image3.png" Id="Rec8739fe40854159" /><Relationship Type="http://schemas.openxmlformats.org/officeDocument/2006/relationships/notesSlide" Target="/ppt/notesSlides/notesSlide6.xml" Id="R97c7572806d94e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4545357014a21" /><Relationship Type="http://schemas.openxmlformats.org/officeDocument/2006/relationships/image" Target="/ppt/media/image4.png" Id="Rce7ab15c6f2c4a3e" /><Relationship Type="http://schemas.openxmlformats.org/officeDocument/2006/relationships/notesSlide" Target="/ppt/notesSlides/notesSlide7.xml" Id="R01b96887e6e649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514e50bf6440b" /><Relationship Type="http://schemas.openxmlformats.org/officeDocument/2006/relationships/notesSlide" Target="/ppt/notesSlides/notesSlide8.xml" Id="Ra427fc14f0964c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3d49ee4e44b4e" /><Relationship Type="http://schemas.openxmlformats.org/officeDocument/2006/relationships/notesSlide" Target="/ppt/notesSlides/notesSlide9.xml" Id="R4270b066719149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d709bfac74987" /><Relationship Type="http://schemas.openxmlformats.org/officeDocument/2006/relationships/notesSlide" Target="/ppt/notesSlides/notesSlide10.xml" Id="R2f7f20ad72dc4b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C51BA-3D97-4A00-A7ED-17B3879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8A74-3D9B-4604-A72C-05F4BE5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C4550-5186-4BE4-8CBC-7C97E13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F38"/>
                </a:solidFill>
              </a:defRPr>
            </a:pPr>
            <a:r>
              <a:rPr sz="1275" b="1">
                <a:solidFill>
                  <a:srgbClr val="C9FF38"/>
                </a:solidFill>
              </a:rPr>
              <a:t>ONLINE SPEAKING CLASS • 2 PLAYERS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1C204-7F98-4EAC-BC7F-D5FAA0F1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38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SHOPPING,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EEC61-1210-48D5-849E-A334F1B0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3B9D"/>
                </a:solidFill>
              </a:defRPr>
            </a:pPr>
            <a:r>
              <a:rPr sz="4200" b="1">
                <a:solidFill>
                  <a:srgbClr val="FF3B9D"/>
                </a:solidFill>
              </a:rPr>
              <a:t>BUT MAKE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0B7C4-D9A1-4914-B493-179DDF4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C9FF38"/>
                </a:solidFill>
              </a:defRPr>
            </a:pPr>
            <a:r>
              <a:rPr sz="5400" b="1">
                <a:solidFill>
                  <a:srgbClr val="C9FF38"/>
                </a:solidFill>
              </a:rPr>
              <a:t>ENGLISH.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CD5AE-2BDC-4AC2-A789-3D20367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147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A5FF"/>
                </a:solidFill>
              </a:defRPr>
            </a:pPr>
            <a:r>
              <a:rPr sz="2100" b="1">
                <a:solidFill>
                  <a:srgbClr val="B9A5FF"/>
                </a:solidFill>
              </a:rPr>
              <a:t>Speak. Choose. Pay. Repeat.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56BD3-FE1F-4AA2-A660-8A6ABC2D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Learn the phrases. Build the conversation. Own the roleplay.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0ffd30aaf47e3"/>
          <a:srcRect xmlns:a="http://schemas.openxmlformats.org/drawingml/2006/main" l="0" t="7143" r="0" b="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F9CDD-0E80-4B9D-AFA8-6D2E32BF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0"/>
            <a:ext cx="809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ECC90-4BDB-49B8-A4FC-0094967D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885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2B28-D3B2-41F2-A16F-C6D2A516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3B9D"/>
                </a:solidFill>
              </a:defRPr>
            </a:pPr>
            <a:r>
              <a:rPr sz="1950" b="1">
                <a:solidFill>
                  <a:srgbClr val="FF3B9D"/>
                </a:solidFill>
              </a:rPr>
              <a:t>✦</a:t>
            </a:r>
          </a:p>
        </p:txBody>
      </p:sp>
    </p:spTree>
    <p:extLst>
      <p:ext uri="{BB962C8B-B14F-4D97-AF65-F5344CB8AC3E}">
        <p14:creationId xmlns:p14="http://schemas.microsoft.com/office/powerpoint/2010/main" val="911584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6DCE7-B1AC-420D-AC67-3F540AB7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47FF"/>
                </a:solidFill>
              </a:defRPr>
            </a:pPr>
            <a:r>
              <a:rPr sz="1200" b="1">
                <a:solidFill>
                  <a:srgbClr val="2847FF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31203-8239-4EA2-B59C-92DB8618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014"/>
                </a:solidFill>
              </a:defRPr>
            </a:pPr>
            <a:r>
              <a:rPr sz="3300" b="1">
                <a:solidFill>
                  <a:srgbClr val="101014"/>
                </a:solidFill>
              </a:rPr>
              <a:t>WHAT'S IN YOUR CART?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C8355-E30D-4982-BC29-4D9F8324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CE713-117C-455C-A78D-13A2DD8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</a:defRPr>
            </a:pPr>
            <a:r>
              <a:rPr sz="2250" b="1">
                <a:solidFill>
                  <a:srgbClr val="101014"/>
                </a:solidFill>
              </a:rPr>
              <a:t>Pick 3 things you would buy today.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54FD8-61CC-4798-9E56-5EB949E9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5863"/>
                </a:solidFill>
              </a:defRPr>
            </a:pPr>
            <a:r>
              <a:rPr sz="1800" b="0">
                <a:solidFill>
                  <a:srgbClr val="585863"/>
                </a:solidFill>
              </a:rPr>
              <a:t>Then explain your choices.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13926-CAB9-46FA-BD45-1CAF06F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381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90F78-3308-498D-AB4F-82857FA5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I'D BUY...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F02ED-8C60-4A59-B8F7-9F51796B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381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84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EF3F1-C488-4205-A51B-1CA761DC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BECAUSE...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CA935-41D6-42E6-B1C8-9EA4225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381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1203A-EC15-4F03-8B20-13E948A0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MY BUDGET IS...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1435E-5D25-4AEC-85E6-8A48D66D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57150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0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ba9c4f5794d41"/>
          <a:stretch xmlns:a="http://schemas.openxmlformats.org/drawingml/2006/main"/>
        </p:blipFill>
        <p:spPr>
          <a:xfrm xmlns:a="http://schemas.openxmlformats.org/drawingml/2006/main">
            <a:off x="6115050" y="2117725"/>
            <a:ext cx="5219700" cy="3479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E4ED3-8C69-4C54-8510-B1203F29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5863"/>
                </a:solidFill>
              </a:defRPr>
            </a:pPr>
            <a:r>
              <a:rPr sz="1050" b="1">
                <a:solidFill>
                  <a:srgbClr val="5858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2222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15B50-1825-4036-B50F-F9E9EBB0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F38"/>
                </a:solidFill>
              </a:defRPr>
            </a:pPr>
            <a:r>
              <a:rPr sz="1200" b="1">
                <a:solidFill>
                  <a:srgbClr val="C9FF38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75627-7460-4DFE-B90B-C5BC6B07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ONE SHOPPING TRIP, FOUR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DC21D-78E7-4696-8CE6-5B367FCA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26C60-2499-4C53-8D9A-7369454A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B9D"/>
                </a:solidFill>
              </a:defRPr>
            </a:pPr>
            <a:r>
              <a:rPr sz="1500" b="1">
                <a:solidFill>
                  <a:srgbClr val="FF3B9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038A-AF0B-4A48-A2F8-897C58DD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FIND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3F59C-6B2F-4F17-AEE6-6E79F848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5B229-B7E3-4529-B926-8CBD542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3B9D"/>
                </a:solidFill>
              </a:defRPr>
            </a:pPr>
            <a:r>
              <a:rPr sz="1725" b="1">
                <a:solidFill>
                  <a:srgbClr val="FF3B9D"/>
                </a:solidFill>
              </a:rPr>
              <a:t>I'm looking for...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C107B-ED15-4289-B3E9-51F5E595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9A5FF"/>
                </a:solidFill>
              </a:defRPr>
            </a:pPr>
            <a:r>
              <a:rPr sz="2550" b="1">
                <a:solidFill>
                  <a:srgbClr val="B9A5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3C244-7219-48DE-A470-0D9B41A2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47FF"/>
                </a:solidFill>
              </a:defRPr>
            </a:pPr>
            <a:r>
              <a:rPr sz="1500" b="1">
                <a:solidFill>
                  <a:srgbClr val="2847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A1813-BE43-4544-A619-B3F20193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97B69-EFB2-4DCB-B75B-5A7A5FE5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1467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D8769-B17B-4246-910C-894EFB46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194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47FF"/>
                </a:solidFill>
              </a:defRPr>
            </a:pPr>
            <a:r>
              <a:rPr sz="1725" b="1">
                <a:solidFill>
                  <a:srgbClr val="2847FF"/>
                </a:solidFill>
              </a:rPr>
              <a:t>Do you have... 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A05E1-ED86-4F38-BCB8-D54AAB69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47950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9A5FF"/>
                </a:solidFill>
              </a:defRPr>
            </a:pPr>
            <a:r>
              <a:rPr sz="2550" b="1">
                <a:solidFill>
                  <a:srgbClr val="B9A5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294FC-BF18-49CD-8E7A-38C715A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335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FF38"/>
                </a:solidFill>
              </a:defRPr>
            </a:pPr>
            <a:r>
              <a:rPr sz="1500" b="1">
                <a:solidFill>
                  <a:srgbClr val="C9FF3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60233-8EE2-4C03-A4E0-4AFE478B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28CEF-1A52-4B2D-A14E-EBF5AB1B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1467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3DC84-D3A4-42C2-8A24-A5BBA68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194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FF38"/>
                </a:solidFill>
              </a:defRPr>
            </a:pPr>
            <a:r>
              <a:rPr sz="1725" b="1">
                <a:solidFill>
                  <a:srgbClr val="C9FF38"/>
                </a:solidFill>
              </a:rPr>
              <a:t>I'll take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29F4E-5699-4720-B3ED-BD195087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41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9A5FF"/>
                </a:solidFill>
              </a:defRPr>
            </a:pPr>
            <a:r>
              <a:rPr sz="2550" b="1">
                <a:solidFill>
                  <a:srgbClr val="B9A5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4AC89-66DD-40CB-92DA-20526F65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9335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8A3D"/>
                </a:solidFill>
              </a:defRPr>
            </a:pPr>
            <a:r>
              <a:rPr sz="1500" b="1">
                <a:solidFill>
                  <a:srgbClr val="FF8A3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EF507-B879-4E33-B202-0ED212CB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75673-C587-4674-AD1C-B41D22B8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1467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B93E8-64AB-4700-8A8C-47F9155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194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8A3D"/>
                </a:solidFill>
              </a:defRPr>
            </a:pPr>
            <a:r>
              <a:rPr sz="1725" b="1">
                <a:solidFill>
                  <a:srgbClr val="FF8A3D"/>
                </a:solidFill>
              </a:rPr>
              <a:t>Can I pay by card?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0796B-77F0-4C8F-AD3D-E073E1F4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Your goal: keep the conversation moving.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188D8-4A8D-4F2C-8F21-B4DC5676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A5FF"/>
                </a:solidFill>
              </a:defRPr>
            </a:pPr>
            <a:r>
              <a:rPr sz="1725" b="0">
                <a:solidFill>
                  <a:srgbClr val="B9A5FF"/>
                </a:solidFill>
              </a:rPr>
              <a:t>No one-word answers.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0EDDE-6E82-4D44-866F-F73CC4C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0296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38081-6E06-4986-81A0-50000AE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47FF"/>
                </a:solidFill>
              </a:defRPr>
            </a:pPr>
            <a:r>
              <a:rPr sz="1200" b="1">
                <a:solidFill>
                  <a:srgbClr val="2847FF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D97A0-98CB-4167-AC16-10F35CC3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014"/>
                </a:solidFill>
              </a:defRPr>
            </a:pPr>
            <a:r>
              <a:rPr sz="3300" b="1">
                <a:solidFill>
                  <a:srgbClr val="101014"/>
                </a:solidFill>
              </a:rPr>
              <a:t>CUSTOMER STARTER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D7B97-9A71-466B-9A2A-9444F6E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B2DD8-2575-440C-B55A-254B8F8A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3B9D"/>
                </a:solidFill>
              </a:defRPr>
            </a:pPr>
            <a:r>
              <a:rPr sz="1950" b="1">
                <a:solidFill>
                  <a:srgbClr val="FF3B9D"/>
                </a:solidFill>
              </a:rPr>
              <a:t>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75033-B096-47BE-8451-30AE5D32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Hi, I'm looking for a hoodie.</a:t>
            </a:r>
          </a:p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Excuse me, do you have this in blue?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B0305-D870-4636-9443-4F414190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47FF"/>
                </a:solidFill>
              </a:defRPr>
            </a:pPr>
            <a:r>
              <a:rPr sz="1950" b="1">
                <a:solidFill>
                  <a:srgbClr val="2847FF"/>
                </a:solidFill>
              </a:rPr>
              <a:t>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357E5-A819-460A-95E7-30AFD94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How much is it?</a:t>
            </a:r>
          </a:p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Do you have a smaller size?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565A5-E5FB-48D4-A1DF-D1AF655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8A3D"/>
                </a:solidFill>
              </a:defRPr>
            </a:pPr>
            <a:r>
              <a:rPr sz="1950" b="1">
                <a:solidFill>
                  <a:srgbClr val="FF8A3D"/>
                </a:solidFill>
              </a:rPr>
              <a:t>Decide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92532-C3D2-40A9-B5A5-14A876F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Can I try it on?</a:t>
            </a:r>
          </a:p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It fits well. I'll take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EDF80-F04E-4C7E-B59E-82CF6CAA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A4DCC"/>
                </a:solidFill>
              </a:defRPr>
            </a:pPr>
            <a:r>
              <a:rPr sz="1950" b="1">
                <a:solidFill>
                  <a:srgbClr val="6A4DCC"/>
                </a:solidFill>
              </a:rPr>
              <a:t>Pay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E4BA1-ED17-4E3F-887E-EA3E0EB7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Can I pay by card?</a:t>
            </a:r>
          </a:p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Could I have a receipt, please?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80A54-39FD-481C-BF7B-C30708ED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FE210-FE99-414F-8389-EFB4634A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4"/>
                </a:solidFill>
              </a:defRPr>
            </a:pPr>
            <a:r>
              <a:rPr sz="1725" b="1">
                <a:solidFill>
                  <a:srgbClr val="101014"/>
                </a:solidFill>
              </a:rPr>
              <a:t>POLITE POWER-UP: add “please,” “excuse me,” or “could I...?”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B6623-E7E4-4FD8-9BBC-C5C35B49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5863"/>
                </a:solidFill>
              </a:defRPr>
            </a:pPr>
            <a:r>
              <a:rPr sz="1050" b="1">
                <a:solidFill>
                  <a:srgbClr val="5858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313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84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61A1F-8D1E-48D6-AAE9-1B57F370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F38"/>
                </a:solidFill>
              </a:defRPr>
            </a:pPr>
            <a:r>
              <a:rPr sz="1200" b="1">
                <a:solidFill>
                  <a:srgbClr val="C9FF38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34706-3722-4534-977E-85086A65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SHOP ASSISTANT STARTER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6DB7D-11A6-4E5D-BD7E-E1DD23C4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679D8-3F24-4894-BCCB-658B847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FF38"/>
                </a:solidFill>
              </a:defRPr>
            </a:pPr>
            <a:r>
              <a:rPr sz="1650" b="1">
                <a:solidFill>
                  <a:srgbClr val="C9FF38"/>
                </a:solidFill>
              </a:rPr>
              <a:t>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427E8-A809-419B-9D0A-F97AE4B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95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Hi! Can I help you?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A9FB3-5C08-479B-ACD0-E251F77E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6695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16DA1-E251-4D0F-BD56-CC5ABA1B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B9D"/>
                </a:solidFill>
              </a:defRPr>
            </a:pPr>
            <a:r>
              <a:rPr sz="1650" b="1">
                <a:solidFill>
                  <a:srgbClr val="FF3B9D"/>
                </a:solidFill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D0E38-35B2-4056-A667-B0C3B15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241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What size are you?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1F8B7-FAA6-4902-B9E7-741D2E8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95625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506AF-E648-409D-88B4-D54A7116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</a:defRPr>
            </a:pPr>
            <a:r>
              <a:rPr sz="1650" b="1">
                <a:solidFill>
                  <a:srgbClr val="FF8A3D"/>
                </a:solidFill>
              </a:rPr>
              <a:t>OFFER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62F72-30F6-4811-ACEA-1056410E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Would you like to try it 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4C28D-E9ED-428D-B169-DAFFCDB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7601C-8377-42B9-BE1D-D255A81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A5FF"/>
                </a:solidFill>
              </a:defRPr>
            </a:pPr>
            <a:r>
              <a:rPr sz="1650" b="1">
                <a:solidFill>
                  <a:srgbClr val="B9A5FF"/>
                </a:solidFill>
              </a:rPr>
              <a:t>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E99AA-681F-49B2-8921-94E697BA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814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Let me check if we have another color.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B6B6F-F92C-4F1A-ADDE-7D11C8E3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52975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C0699-5CF6-4BD6-AD7A-D3AB454C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FF38"/>
                </a:solidFill>
              </a:defRPr>
            </a:pPr>
            <a:r>
              <a:rPr sz="1650" b="1">
                <a:solidFill>
                  <a:srgbClr val="C9FF38"/>
                </a:solidFill>
              </a:rPr>
              <a:t>CLOSE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15768-A488-4EB7-B7D4-8FDE01A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Of course. Here's your receipt.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4BD46-1C5D-4C37-AD3D-0E5CB16C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8165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B3C38-2284-4F8F-8CFA-10712BB0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2628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699CE-AD1C-4569-905F-5775D7D7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47FF"/>
                </a:solidFill>
              </a:defRPr>
            </a:pPr>
            <a:r>
              <a:rPr sz="1200" b="1">
                <a:solidFill>
                  <a:srgbClr val="2847FF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E6633-9B45-4100-AE41-FCE16B9D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014"/>
                </a:solidFill>
              </a:defRPr>
            </a:pPr>
            <a:r>
              <a:rPr sz="3300" b="1">
                <a:solidFill>
                  <a:srgbClr val="101014"/>
                </a:solidFill>
              </a:rPr>
              <a:t>WATCH THE CONVERSATION CLICK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E1880-1F23-46B4-9FD4-C850D6CF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739fe40854159"/>
          <a:stretch xmlns:a="http://schemas.openxmlformats.org/drawingml/2006/main"/>
        </p:blipFill>
        <p:spPr>
          <a:xfrm xmlns:a="http://schemas.openxmlformats.org/drawingml/2006/main">
            <a:off x="542795" y="1619250"/>
            <a:ext cx="4581784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239C7-92A0-46F0-8FBD-BBB5696C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859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47FF"/>
                </a:solidFill>
              </a:defRPr>
            </a:pPr>
            <a:r>
              <a:rPr sz="1350" b="1">
                <a:solidFill>
                  <a:srgbClr val="2847FF"/>
                </a:solidFill>
              </a:rPr>
              <a:t>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E5403-157A-430E-B3A0-31B9E57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Hi! Can I help you?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980B6-385E-4F9F-BD3D-B9E64C7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9D"/>
                </a:solidFill>
              </a:defRPr>
            </a:pPr>
            <a:r>
              <a:rPr sz="1350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3620A-487D-4567-BA5B-3CB8FC85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860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Yes, I'm looking for a hoodie.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80034-1053-44D7-B7EF-225E316C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47FF"/>
                </a:solidFill>
              </a:defRPr>
            </a:pPr>
            <a:r>
              <a:rPr sz="1350" b="1">
                <a:solidFill>
                  <a:srgbClr val="2847FF"/>
                </a:solidFill>
              </a:rPr>
              <a:t>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233C2-DA77-4E43-85D4-AEF1B0A4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What size are you?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645CA-69A8-4AFA-9110-C0EEB2AC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43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9D"/>
                </a:solidFill>
              </a:defRPr>
            </a:pPr>
            <a:r>
              <a:rPr sz="1350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A9DF4-5797-42CB-BFE6-BD55B0F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577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4"/>
                </a:solidFill>
              </a:defRPr>
            </a:pPr>
            <a:r>
              <a:rPr sz="1875" b="1">
                <a:solidFill>
                  <a:srgbClr val="101014"/>
                </a:solidFill>
              </a:rPr>
              <a:t>Medium. Do you have it in blue?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DCB44-2A48-4A94-91E0-F253691C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590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A4F55-76CE-4727-B42F-2CE1D3C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673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4"/>
                </a:solidFill>
              </a:defRPr>
            </a:pPr>
            <a:r>
              <a:rPr sz="1800" b="1">
                <a:solidFill>
                  <a:srgbClr val="101014"/>
                </a:solidFill>
              </a:rPr>
              <a:t>LISTEN FOR: item • size • color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058D4-9265-4E8E-87AF-1D97819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5863"/>
                </a:solidFill>
              </a:defRPr>
            </a:pPr>
            <a:r>
              <a:rPr sz="1050" b="1">
                <a:solidFill>
                  <a:srgbClr val="58586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5758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C3534-2C31-4CC3-8228-5C756D05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F38"/>
                </a:solidFill>
              </a:defRPr>
            </a:pPr>
            <a:r>
              <a:rPr sz="1200" b="1">
                <a:solidFill>
                  <a:srgbClr val="C9FF38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AEDD-7FBA-4922-8CFB-EDB5F57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FROM FITTING ROOM TO CHECKOUT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729B6-1545-40AE-8B00-73338675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030CF-AD0D-41D3-A76D-B09170D9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191125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ab15c6f2c4a3e"/>
          <a:srcRect xmlns:a="http://schemas.openxmlformats.org/drawingml/2006/main" l="9770" t="0" r="9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90700"/>
            <a:ext cx="5000625" cy="4143375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A6C20-2FB1-486F-9AF6-47341F62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9D"/>
                </a:solidFill>
              </a:defRPr>
            </a:pPr>
            <a:r>
              <a:rPr sz="1200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D21BE-EBB8-4C1A-9550-9833797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It fits well. How much is it?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A443C-E607-498D-AD5D-07DA2469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908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F38"/>
                </a:solidFill>
              </a:defRPr>
            </a:pPr>
            <a:r>
              <a:rPr sz="1200" b="1">
                <a:solidFill>
                  <a:srgbClr val="C9FF38"/>
                </a:solidFill>
              </a:rPr>
              <a:t>ASSISTANT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70E88-7E05-4694-8C8A-56EDA95B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95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It's 350,000 rupiah.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F9AB3-979C-4846-8968-CA692AF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719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9D"/>
                </a:solidFill>
              </a:defRPr>
            </a:pPr>
            <a:r>
              <a:rPr sz="1200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C6213-FB31-42A3-9426-78399972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Great, I'll take it. Can I pay by card?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9E551-F6AF-4A38-B139-B1A7F5E3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529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F38"/>
                </a:solidFill>
              </a:defRPr>
            </a:pPr>
            <a:r>
              <a:rPr sz="1200" b="1">
                <a:solidFill>
                  <a:srgbClr val="C9FF38"/>
                </a:solidFill>
              </a:rPr>
              <a:t>ASSISTANT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82B4A-DE15-486D-A3B3-BE3BF015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577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Of course. Here's your receipt.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3576C-30AF-49AA-99B6-42011CC0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19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A5FF"/>
                </a:solidFill>
              </a:defRPr>
            </a:pPr>
            <a:r>
              <a:rPr sz="1575" b="1">
                <a:solidFill>
                  <a:srgbClr val="B9A5FF"/>
                </a:solidFill>
              </a:rPr>
              <a:t>Natural closing: “Thank you. Have a nice day!”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43EB1-5E77-417F-B018-7455C509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8323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7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3ABA4-F3A2-4E6B-8A5C-3800F0C8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47FF"/>
                </a:solidFill>
              </a:defRPr>
            </a:pPr>
            <a:r>
              <a:rPr sz="1200" b="1">
                <a:solidFill>
                  <a:srgbClr val="2847FF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9CB66-73E7-4B0E-87A2-8DBB7C2D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014"/>
                </a:solidFill>
              </a:defRPr>
            </a:pPr>
            <a:r>
              <a:rPr sz="3300" b="1">
                <a:solidFill>
                  <a:srgbClr val="101014"/>
                </a:solidFill>
              </a:rPr>
              <a:t>BUILD IT. DON'T READ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90DF1-D465-4040-8DEA-2C1B40F6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37AB-0BF4-49F3-81D2-74892446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85863"/>
                </a:solidFill>
              </a:defRPr>
            </a:pPr>
            <a:r>
              <a:rPr sz="1950" b="1">
                <a:solidFill>
                  <a:srgbClr val="585863"/>
                </a:solidFill>
              </a:rPr>
              <a:t>Complete the conversation with your own ideas.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7ABA7-F0DC-4FE3-B7F0-8D4FD8F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B9D"/>
                </a:solidFill>
              </a:defRPr>
            </a:pPr>
            <a:r>
              <a:rPr sz="1125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D310F-F92C-4E9B-BA7E-2A66EDC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Hi, I'm looking for ________.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E2416-979E-4E1D-BC2B-A43AB627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47FF"/>
                </a:solidFill>
              </a:defRPr>
            </a:pPr>
            <a:r>
              <a:rPr sz="1125" b="1">
                <a:solidFill>
                  <a:srgbClr val="2847FF"/>
                </a:solidFill>
              </a:rPr>
              <a:t>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BD1B8-4A65-4C09-BC28-D4BF4868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52725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Sure! What ________?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5EEDA-687D-4D43-97C7-9C20C1A8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B9D"/>
                </a:solidFill>
              </a:defRPr>
            </a:pPr>
            <a:r>
              <a:rPr sz="1125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421A6-6708-410F-B5D7-9FE3A60C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________, please. Do you have it in ________?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D8601-AABF-4F6F-8E01-F25ADCA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47FF"/>
                </a:solidFill>
              </a:defRPr>
            </a:pPr>
            <a:r>
              <a:rPr sz="1125" b="1">
                <a:solidFill>
                  <a:srgbClr val="2847FF"/>
                </a:solidFill>
              </a:rPr>
              <a:t>ASSISTANT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43443-157F-4507-AEFF-12607B29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38575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Yes. Would you like to ________?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E5F18-2F4A-4BCD-8282-005491AD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B9D"/>
                </a:solidFill>
              </a:defRPr>
            </a:pPr>
            <a:r>
              <a:rPr sz="1125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492FB-A450-402A-9C21-707B8372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8150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Yes. How much ________?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50527-6B19-4B8D-BE81-759D7158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47FF"/>
                </a:solidFill>
              </a:defRPr>
            </a:pPr>
            <a:r>
              <a:rPr sz="1125" b="1">
                <a:solidFill>
                  <a:srgbClr val="2847FF"/>
                </a:solidFill>
              </a:rPr>
              <a:t>ASSISTANT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423CC-1590-4F19-843B-A3B8A6E3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24425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It's ________.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4567B-1E86-46AE-8856-6AC7FE6D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3B9D"/>
                </a:solidFill>
              </a:defRPr>
            </a:pPr>
            <a:r>
              <a:rPr sz="1125" b="1">
                <a:solidFill>
                  <a:srgbClr val="FF3B9D"/>
                </a:solidFill>
              </a:rPr>
              <a:t>CUSTOMER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5DE45-8E47-4DB8-873F-E921B3B8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4"/>
                </a:solidFill>
              </a:defRPr>
            </a:pPr>
            <a:r>
              <a:rPr sz="1650" b="1">
                <a:solidFill>
                  <a:srgbClr val="101014"/>
                </a:solidFill>
              </a:rPr>
              <a:t>Great. I'll ________.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4919B-113D-42F7-977B-A1BABF2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952625" cy="30480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95D7B-6B31-4955-B0DE-DE72814E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1666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1014"/>
                </a:solidFill>
              </a:defRPr>
            </a:pPr>
            <a:r>
              <a:rPr sz="2175" b="1">
                <a:solidFill>
                  <a:srgbClr val="101014"/>
                </a:solidFill>
              </a:rPr>
              <a:t>ADD A</a:t>
            </a:r>
          </a:p>
          <a:p xmlns:a="http://schemas.openxmlformats.org/drawingml/2006/main">
            <a:pPr algn="ctr">
              <a:defRPr sz="2175" b="1">
                <a:solidFill>
                  <a:srgbClr val="101014"/>
                </a:solidFill>
              </a:defRPr>
            </a:pPr>
            <a:r>
              <a:rPr sz="2175" b="1">
                <a:solidFill>
                  <a:srgbClr val="101014"/>
                </a:solidFill>
              </a:rPr>
              <a:t>SURPRISE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6E409-215A-4188-AF3B-E295A233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171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Wrong size?</a:t>
            </a:r>
          </a:p>
          <a:p xmlns:a="http://schemas.openxmlformats.org/drawingml/2006/main">
            <a:pPr algn="ctr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No stock?</a:t>
            </a:r>
          </a:p>
          <a:p xmlns:a="http://schemas.openxmlformats.org/drawingml/2006/main">
            <a:pPr algn="ctr">
              <a:defRPr sz="1350" b="1">
                <a:solidFill>
                  <a:srgbClr val="101014"/>
                </a:solidFill>
              </a:defRPr>
            </a:pPr>
            <a:r>
              <a:rPr sz="1350" b="1">
                <a:solidFill>
                  <a:srgbClr val="101014"/>
                </a:solidFill>
              </a:rPr>
              <a:t>Too expensive?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D7596-7CC5-4854-81DA-9A3C7C67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5863"/>
                </a:solidFill>
              </a:defRPr>
            </a:pPr>
            <a:r>
              <a:rPr sz="1050" b="1">
                <a:solidFill>
                  <a:srgbClr val="58586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6530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B9A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DBB95-1C12-4469-8D11-6A544486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47FF"/>
                </a:solidFill>
              </a:defRPr>
            </a:pPr>
            <a:r>
              <a:rPr sz="1200" b="1">
                <a:solidFill>
                  <a:srgbClr val="2847FF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EA85-3308-4F3D-AB43-E79BC029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014"/>
                </a:solidFill>
              </a:defRPr>
            </a:pPr>
            <a:r>
              <a:rPr sz="3300" b="1">
                <a:solidFill>
                  <a:srgbClr val="101014"/>
                </a:solidFill>
              </a:rPr>
              <a:t>ROUND 1: THE SNEAKER DROP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40807-13A8-4A40-95A6-AB26B5CD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5F1B3-6624-4415-BDE5-24D448A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197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0AA5-731E-41A2-AB90-6DDEF25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2197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84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29C9D-F0EF-47F8-945E-A157C162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STUDENT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06B0A-6AB1-4F8E-9CD9-B84BD0A1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76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FF38"/>
                </a:solidFill>
              </a:defRPr>
            </a:pPr>
            <a:r>
              <a:rPr sz="3150" b="1">
                <a:solidFill>
                  <a:srgbClr val="C9FF38"/>
                </a:solidFill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C9486-A84D-4B7C-BDEC-C4CD24A7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62300"/>
            <a:ext cx="4286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You want sneakers.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Size: 39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Preferred color: blue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Budget: Rp500,000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Ask about a discount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914A3-82EC-4F24-A362-F6402222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STUDENT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22755-C5BE-4A3D-BC46-FEFD5D87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76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FF38"/>
                </a:solidFill>
              </a:defRPr>
            </a:pPr>
            <a:r>
              <a:rPr sz="3150" b="1">
                <a:solidFill>
                  <a:srgbClr val="C9FF38"/>
                </a:solidFill>
              </a:rPr>
              <a:t>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10BD2-B349-4F9A-BD1D-9DC2FF03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62300"/>
            <a:ext cx="4286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Your shop has: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Blue: size 38 only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White: size 39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Price: Rp475,000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• No discount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04381-73CD-41DB-B966-90FE391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4"/>
                </a:solidFill>
              </a:defRPr>
            </a:pPr>
            <a:r>
              <a:rPr sz="2025" b="1">
                <a:solidFill>
                  <a:srgbClr val="101014"/>
                </a:solidFill>
              </a:rPr>
              <a:t>Keep going until you agree on a solution.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B6742-108C-47C8-BDAC-19ECFDFC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5863"/>
                </a:solidFill>
              </a:defRPr>
            </a:pPr>
            <a:r>
              <a:rPr sz="1050" b="1">
                <a:solidFill>
                  <a:srgbClr val="58586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4180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E9C0C-C20B-443D-A3E8-30475215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FF38"/>
                </a:solidFill>
              </a:defRPr>
            </a:pPr>
            <a:r>
              <a:rPr sz="1200" b="1">
                <a:solidFill>
                  <a:srgbClr val="C9FF38"/>
                </a:solidFill>
              </a:rPr>
              <a:t>SHOPPING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352F1-DE86-4C79-B9F1-99648428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FINAL BOSS: SWAP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F188A-CFD7-43AC-9FC3-ACBC7BF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4037A-54B6-4CCA-B22C-B6196412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B9D"/>
                </a:solidFill>
              </a:defRPr>
            </a:pPr>
            <a:r>
              <a:rPr sz="2025" b="1">
                <a:solidFill>
                  <a:srgbClr val="FF3B9D"/>
                </a:solidFill>
              </a:rPr>
              <a:t>Student B = customer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DB27E-BA6F-409A-A07D-312061F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Find a hoodie • size M • green • under Rp300,000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5AD10-E8D8-4927-BD50-B3C431E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FF38"/>
                </a:solidFill>
              </a:defRPr>
            </a:pPr>
            <a:r>
              <a:rPr sz="2025" b="1">
                <a:solidFill>
                  <a:srgbClr val="C9FF38"/>
                </a:solidFill>
              </a:rPr>
              <a:t>Student A = shop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4CF31-17E8-4FCF-93A5-F2D0196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Only pink is available • Rp325,000 • offer another 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5CEBC-8C70-4967-9B42-9BD77C55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638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284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D8BDE-21B2-4FAA-BCAD-FA49B11D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FF38"/>
                </a:solidFill>
              </a:defRPr>
            </a:pPr>
            <a:r>
              <a:rPr sz="1875" b="1">
                <a:solidFill>
                  <a:srgbClr val="C9FF38"/>
                </a:solidFill>
              </a:rPr>
              <a:t>WIN THE 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D58C7-F758-4584-9169-DCF52868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 Use 5 shopping phrases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 Ask 2 follow-up questions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✓ Solve the problem naturally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7A346-542A-44E7-95C0-6CA2459D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66900"/>
            <a:ext cx="3048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C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6DA13-236C-4234-B342-6ACBE91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47925"/>
            <a:ext cx="2524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1014"/>
                </a:solidFill>
              </a:defRPr>
            </a:pPr>
            <a:r>
              <a:rPr sz="2850" b="1">
                <a:solidFill>
                  <a:srgbClr val="101014"/>
                </a:solidFill>
              </a:rPr>
              <a:t>SPEAK</a:t>
            </a:r>
          </a:p>
          <a:p xmlns:a="http://schemas.openxmlformats.org/drawingml/2006/main">
            <a:pPr algn="ctr">
              <a:defRPr sz="2850" b="1">
                <a:solidFill>
                  <a:srgbClr val="101014"/>
                </a:solidFill>
              </a:defRPr>
            </a:pPr>
            <a:r>
              <a:rPr sz="2850" b="1">
                <a:solidFill>
                  <a:srgbClr val="101014"/>
                </a:solidFill>
              </a:rPr>
              <a:t>WITHOUT</a:t>
            </a:r>
          </a:p>
          <a:p xmlns:a="http://schemas.openxmlformats.org/drawingml/2006/main">
            <a:pPr algn="ctr">
              <a:defRPr sz="2850" b="1">
                <a:solidFill>
                  <a:srgbClr val="101014"/>
                </a:solidFill>
              </a:defRPr>
            </a:pPr>
            <a:r>
              <a:rPr sz="2850" b="1">
                <a:solidFill>
                  <a:srgbClr val="101014"/>
                </a:solidFill>
              </a:rPr>
              <a:t>THE 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6B0DC-EC21-4DDC-BBF6-009E8D15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09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3B9D"/>
                </a:solidFill>
              </a:defRPr>
            </a:pPr>
            <a:r>
              <a:rPr sz="2550" b="1">
                <a:solidFill>
                  <a:srgbClr val="FF3B9D"/>
                </a:solidFill>
              </a:rPr>
              <a:t>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7E7D6-8AAF-4514-801D-37C79D7B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47720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910B5-1B57-44FD-AB32-7D61D1F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4827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A5FF"/>
                </a:solidFill>
              </a:defRPr>
            </a:pPr>
            <a:r>
              <a:rPr sz="1875" b="1">
                <a:solidFill>
                  <a:srgbClr val="B9A5FF"/>
                </a:solidFill>
              </a:rPr>
              <a:t>Ready? Open the shop!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AD4F9-5AE4-4B58-8A07-53E040C2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A5FF"/>
                </a:solidFill>
              </a:defRPr>
            </a:pPr>
            <a:r>
              <a:rPr sz="1050" b="1">
                <a:solidFill>
                  <a:srgbClr val="B9A5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4601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2026-08-28T14:48:16.5260000Z</dcterms:created>
  <dcterms:modified xsi:type="dcterms:W3CDTF">2026-08-28T14:48:16.5260000Z</dcterms:modified>
</coreProperties>
</file>