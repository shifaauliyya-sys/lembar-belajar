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9768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GRAMMAR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Auxiliary Verbs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Kerja Bantu: Be, Do, Have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Bahasa Inggris • Auxiliary Verbs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Apa itu Auxiliary Verb?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38160" y="457200"/>
            <a:ext cx="3474720" cy="4206240"/>
          </a:xfrm>
          <a:prstGeom prst="roundRect">
            <a:avLst>
              <a:gd name="adj" fmla="val 394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458200" y="8229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verb ‘membantu’ kata kerja utama membentuk tenses, kalimat negatif, dan kalimat tanya.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58200" y="24688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0" y="36118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371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kerja pendamping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70992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verb tidak berdiri sendiri sebagai kata kerja utama dalam kalimat.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Bentuknya berubah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76148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dengan modal verb, auxiliary (be, do, have) berubah sesuai subjek dan waktu.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4747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struktur kalimat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1304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untuk membentuk tenses, kalimat negatif (not), dan kalimat tanya.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Auxiliary Verbs Utama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/ is / are / was / were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/ does / did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7830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3429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/ has / had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 — am, is, are, was, were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7335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+ V-ing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508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studying now.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6F3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906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06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Voice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+ V3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292608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cake was eaten.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0799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07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3434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Nominal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34340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be + kata benda/sifat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34340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 teacher.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— do, does, did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7335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Negatif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do/does/did + not + V1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508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 not like coffee.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6F3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9067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06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Tanya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do/does/did + subjek + V1 + 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292608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finish it?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0799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07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3434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Penegasan (Emphasis)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34340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do/does/did + V1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34340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 understand you.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Have — have, has, had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73352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have/has + V3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508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finished my work.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6F3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90672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06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+ V3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292608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had left before I came.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07992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07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3434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Continuous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34340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have/has/had + been + V-ing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34340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been waiting.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Auxiliary Verb vs Modal Verb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466344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Auxiliary Verb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58775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68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be, do, have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2724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berubah sesuai subjek &amp; waktu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90448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856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 tenses, negatif, tanya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56285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4398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jadi kata kerja utama juga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691640"/>
            <a:ext cx="4663440" cy="594360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691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Modal Verb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75120" y="25877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468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can, must, should, dll.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75120" y="32461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312724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tetap, tidak berubah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75120" y="390448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7856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makna (izin, saran, dll.)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75120" y="456285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44398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diikuti V1, tidak bisa sendiri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Aturan Penting Auxiliary Verbs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190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Positif (+)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600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be/have + V-ing/V3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1600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cooking.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6F3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4495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4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Negatif (–)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do/be/have + not + V1/V-ing/V3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 not cook.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37083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70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251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Tanya (?)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4251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Do/Be/Have + subjek + V1/V-ing/V3 + 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she cook?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Latihan Singkat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kalimat berikut dengan auxiliary verb yang tepat.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She ____ watching TV right now. (be)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____ you like pizza? (do)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They ____ not finished their homework yet. (have)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 ____ not go to school yesterday. (do)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We ____ living here since 2020. (have)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Ingat Ya!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Be, do, have berubah bentuk sesuai subjek &amp; waktu — beda dengan modal verb yang bentuknya tetap.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2026-08-14T01:18:50Z</dcterms:created>
  <dcterms:modified xsi:type="dcterms:W3CDTF">2026-08-14T01:18:50Z</dcterms:modified>
</cp:coreProperties>
</file>