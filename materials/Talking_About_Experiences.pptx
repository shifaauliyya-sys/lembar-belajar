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SPEAKING SERIES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Talking About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Experiences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Menceritakan pengalaman &amp; bertanya tentang pengalaman orang lain dengan Present Perfect Tense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470916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 you ever...?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29000" y="47091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8728" y="470916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 already...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47091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36208" y="470916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haven't...yet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23960" y="47091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33688" y="470916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 never...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Tujuan Pembelajaran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Siswa mampu menceritakan pengalaman dan bertanya tentang pengalaman orang lain menggunakan Present Perfect Tense dengan tepat dan percaya diri.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MATERI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337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ever…?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333756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370332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3337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never…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333756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70332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3337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already…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89204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4526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… yet.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51960" y="452628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489204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4526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life experiences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452628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489204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49640" y="4526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Present Perfect dalam percakapan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Review: Present Perfect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pengalaman masa lalu dengan keadaan sekarang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474720" cy="228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Positive (+)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have/has + V3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visited Bali.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600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16002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874520"/>
            <a:ext cx="3474720" cy="228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5196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Negative (–)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have/has + not + V3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not visited Bali.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1600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16002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C996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874520"/>
            <a:ext cx="3474720" cy="22860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5528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 (?)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Have/Has + S + V3 ...?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visited Bali?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 (SIGNAL WORDS)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23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402336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03120" y="4023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0" y="402336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0" y="4023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12080" y="402336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12080" y="4023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66560" y="402336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0" y="4023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21040" y="402336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21040" y="4023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75520" y="402336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875520" y="4023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8920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= past participle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349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→ gone / been     see → seen     eat → eaten     visit → visited     try → tried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pengalaman yang terjadi kapan saja sebelum sekarang — waktu pastinya tidak penting.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 you ever…?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bertanya apakah seseorang pernah melakukan sesuatu kapan pun sebelum sekarang, tanpa menyebut waktu pastinya.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63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Have/Has + subjek + V3 + …?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khas: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singkat: Yes, I have. / No, I haven't.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'Ever' berarti 'pernah' dalam kalimat tanya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pengalaman, bukan waktu spesifik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331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 you ever been to Bali?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Has she ever tried durian?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4617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617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 they ever watched this movie?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membuka percakapan tentang pengalaman hidup.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 already…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menyatakan bahwa sesuatu sudah selesai dilakukan, sering kali lebih cepat dari yang diharapkan.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63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have/has + already + V3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khas: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'Already' diletakkan sebelum kata kerja utama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Menekankan bahwa aksi sudah tuntas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juga di akhir kalimat: '...V3 already.'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331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 already finished my homework.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She has already left the office.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4617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617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have already watched that film.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dipakai untuk menjawab atau mengonfirmasi sesuatu.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haven't … yet.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menyatakan bahwa sesuatu belum dilakukan sampai sekarang, tetapi diharapkan terjadi.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63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haven't/hasn't + V3 + yet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khas: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'Yet' selalu diletakkan di akhir kalimat negatif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Menyiratkan aksi masih mungkin terjadi nanti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 dipakai dalam pertanyaan: '...yet?'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331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haven't watched that movie yet.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 hasn't finished his report yet.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4617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617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 you done your homework yet?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dengan 'already' — 'yet' menunjukkan sesuatu belum terjadi.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 never…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menyatakan bahwa sesuatu tidak pernah dilakukan atau dialami sama sekali sampai sekarang.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63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have/has + never + V3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khas: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'Never' menggantikan 'not' — jangan gabungkan keduanya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nol pengalaman terhadap suatu hal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tetap dalam bentuk positif secara struktur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331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 never eaten durian.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They have never visited Japan.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4617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617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She has never ridden a horse.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natural untuk pertanyaan 'Have you ever...?' yang dijawab negatif.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Bandingkan Keempat Pola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3716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 you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ever…?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UNTUK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803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Bertanya pengalaman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97764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42062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you ever flown?"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65576" y="13716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already…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5848" y="2423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UNTUK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8803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sudah selesai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97764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2062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already eaten."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C996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72784" y="13716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haven't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…yet.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63056" y="2423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27648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UNTUK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8803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terjadi, akan terjadi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97764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27648" y="42062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haven't slept yet."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70264" y="1371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3D8F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79992" y="13716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have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never…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70264" y="2423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34856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UNTUK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28803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pernah sama sekali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134856" y="397764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134856" y="42062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never skied."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Talking About Life Experiences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Topik-topik seru untuk berlatih bercerita tentang pengalaman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Travel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Bepergian ke tempat baru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4114800"/>
            <a:ext cx="2276856" cy="1188720"/>
          </a:xfrm>
          <a:prstGeom prst="roundRect">
            <a:avLst>
              <a:gd name="adj" fmla="val 5385"/>
            </a:avLst>
          </a:prstGeom>
          <a:solidFill>
            <a:srgbClr val="F3EE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traveled abroad?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8444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57016" y="24688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Food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Mencoba makanan unik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4114800"/>
            <a:ext cx="2276856" cy="1188720"/>
          </a:xfrm>
          <a:prstGeom prst="roundRect">
            <a:avLst>
              <a:gd name="adj" fmla="val 5385"/>
            </a:avLst>
          </a:prstGeom>
          <a:solidFill>
            <a:srgbClr val="F3EE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never tried snake fruit before... wait, I have already tried it!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91656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9165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4688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Achievement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Pencapaian &amp; prestasi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27648" y="4114800"/>
            <a:ext cx="2276856" cy="1188720"/>
          </a:xfrm>
          <a:prstGeom prst="roundRect">
            <a:avLst>
              <a:gd name="adj" fmla="val 5385"/>
            </a:avLst>
          </a:prstGeom>
          <a:solidFill>
            <a:srgbClr val="F3EE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already won a competition.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70264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98864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9886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171432" y="24688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Adventure &amp; Skill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171432" y="2834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Petualangan &amp; keterampilan baru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34856" y="4114800"/>
            <a:ext cx="2276856" cy="1188720"/>
          </a:xfrm>
          <a:prstGeom prst="roundRect">
            <a:avLst>
              <a:gd name="adj" fmla="val 5385"/>
            </a:avLst>
          </a:prstGeom>
          <a:solidFill>
            <a:srgbClr val="F3EEE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44584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learned to swim yet.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Praktik: Q&amp;A dan Percakapan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&amp; 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Tanya-jawab langsung dengan teman menggunakan pola yang sudah dipelajari.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466344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won a competition?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447288"/>
            <a:ext cx="466344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4472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already had breakfast today?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288536"/>
            <a:ext cx="466344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28853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ridden a motorbike?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129784"/>
            <a:ext cx="4663440" cy="685800"/>
          </a:xfrm>
          <a:prstGeom prst="roundRect">
            <a:avLst>
              <a:gd name="adj" fmla="val 9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512978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something you haven't tried yet?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371600"/>
            <a:ext cx="5532120" cy="4663440"/>
          </a:xfrm>
          <a:prstGeom prst="roundRect">
            <a:avLst>
              <a:gd name="adj" fmla="val 2353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CONVERSATION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Berpasangan, gunakan contoh dialog ini sebagai panduan lalu buat versi kalian sendiri.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0292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60604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traveled to another country?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447288"/>
            <a:ext cx="50292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44728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have. I have already been to Singapore.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288536"/>
            <a:ext cx="50292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288536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Wow! Have you tried the local food there?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5129784"/>
            <a:ext cx="50292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5129784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tried everything yet, but I have never been disappointed!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480560"/>
            <a:ext cx="4114800" cy="41148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Practice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 Most Memorable Experience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Ceritakan pengalaman paling berkesan dalam hidupmu di depan kelas, minimal 5 kalimat.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Pembukaan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877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pengalaman itu &amp; kapan terjadi.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Ceritakan Kejadiannya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3649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terjadi, gunakan Present Perfect / Past Tense.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858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Perasaanmu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422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perasaanmu saat itu, dan sekarang.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636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Penutup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9194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atau pelajaran yang didapat.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"I have never forgotten the day I... " — mulai ceritamu dari sana!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2026-09-04T14:34:10Z</dcterms:created>
  <dcterms:modified xsi:type="dcterms:W3CDTF">2026-09-04T14:34:10Z</dcterms:modified>
</cp:coreProperties>
</file>