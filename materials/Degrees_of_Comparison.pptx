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GRAMMAR SERIES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Degrees of Comparison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membandingkan dua atau lebih hal dalam Bahasa Inggris — Positive, Comparative, Superlative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"tall"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5074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69080" y="46634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"taller"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5074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06640" y="46634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Superlative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"tallest"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Positive Degree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dasar sifat (adjective), dipakai saat tidak ada perbandingan — atau saat dua hal setara.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73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+ adjective + 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dalam bentuk aslinya (tanpa -er/-est)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kesetaraan, bukan perbedaan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'as...as' berarti 'sama ... nya dengan'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774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377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Tom is as tall as Jerry.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35204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520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bag is as heavy as that one.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92240" y="46634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663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She sings as beautifully as her sister.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'pemenang' — keduanya setara dalam sifat yang dibahas.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 Degree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membandingkan tepat dua hal — menunjukkan salah satu lebih ... dari yang lain.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pendek (1 suku kata)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adjective + er + than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than · faster than · bigger than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24688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panjang (2+ suku kata)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more + adjective + than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beautiful than · more expensive than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car is faster than that one.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25112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7992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smarter than her brother.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01584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4464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movie is more interesting than the last one.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Superlative Degree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membandingkan tiga hal atau lebih — menunjukkan yang 'paling' dalam suatu sifat.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pendek (1 suku kata)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+ adjective + 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tallest · the fastest · the biggest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24688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panjang (2+ suku kata)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most + adjective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beautiful · the most expensive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Everest is the tallest mountain.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25112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7992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fastest runner in the team.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01584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4464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expensive hotel in town.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Aturan Pembentukan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ejaan saat menambahkan -er / -est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Adjective pendek biasa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-er / -est langsung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4892040" cy="411480"/>
          </a:xfrm>
          <a:prstGeom prst="roundRect">
            <a:avLst>
              <a:gd name="adj" fmla="val 66667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→ smaller → smallest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Berakhiran huruf 'e'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94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-r / -st saja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4892040" cy="411480"/>
          </a:xfrm>
          <a:prstGeom prst="roundRect">
            <a:avLst>
              <a:gd name="adj" fmla="val 66667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→ larger → largest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77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Konsonan + 'y'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89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y menjadi i, lalu -er/-est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5166360"/>
            <a:ext cx="4892040" cy="411480"/>
          </a:xfrm>
          <a:prstGeom prst="roundRect">
            <a:avLst>
              <a:gd name="adj" fmla="val 66667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1663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→ happier → happiest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977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Vokal + konsonan tunggal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389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Konsonan digandakan dulu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5166360"/>
            <a:ext cx="4892040" cy="411480"/>
          </a:xfrm>
          <a:prstGeom prst="roundRect">
            <a:avLst>
              <a:gd name="adj" fmla="val 66667"/>
            </a:avLst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51663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→ bigger → biggest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Bentuk Tidak Beraturan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ini tidak mengikuti pola -er/-est atau more/most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1600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600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0" y="1600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1600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128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2128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2128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3EE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626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29626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9626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7124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little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7124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7124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46227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3EEE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4622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many / much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44622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4622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212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5212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/ further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5212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farthest / furthest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Bandingkan Ketiganya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DIPAKAI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perbandingan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+ adj + as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is as tall as me."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DIPAKAI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2 hal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566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94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adj+er / more+adj + than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617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846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is taller than me."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14173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C996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3816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Superlative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138160" y="228600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DIPAKAI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3+ hal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566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794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the+adj+est / the most+adj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617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846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is the tallest of all."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Ingat Ini Aja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paling cepat pilih degree yang tepat: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41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Setara, tidak ada yang lebih. Pakai as...as.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015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2 hal. Pakai -er/more + than.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Superlative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61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3+ hal. Pakai the -est/the most.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2578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tall  →  taller  →  the tallest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2026-09-01T00:55:11Z</dcterms:created>
  <dcterms:modified xsi:type="dcterms:W3CDTF">2026-09-01T00:55:11Z</dcterms:modified>
</cp:coreProperties>
</file>