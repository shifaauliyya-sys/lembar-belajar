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914400"/>
            <a:ext cx="4206240" cy="42062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0" y="-91440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4" name="Shape 2"/>
          <p:cNvSpPr/>
          <p:nvPr/>
        </p:nvSpPr>
        <p:spPr>
          <a:xfrm>
            <a:off x="10698480" y="5120640"/>
            <a:ext cx="2743200" cy="2743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0698480" y="512064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6" name="Shape 4"/>
          <p:cNvSpPr/>
          <p:nvPr/>
        </p:nvSpPr>
        <p:spPr>
          <a:xfrm>
            <a:off x="10881360" y="5303520"/>
            <a:ext cx="2377440" cy="2377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Tasks, Progress Updates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Deadlines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for the Workplace — Belajar bahasa Inggris untuk komunikasi kerja sehari-hari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MENIT SESI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Setelah sesi ini, Ibu bisa…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5A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658368" cy="65836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83080" y="19933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Menjelaskan pekerjaan harian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Menceritakan tugas dan tanggung jawab sehari-hari dengan percaya diri.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73736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5A4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2011680"/>
            <a:ext cx="658368" cy="65836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98080" y="19933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Memberi update progres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7889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Menyampaikan sejauh mana pekerjaan sudah berjalan.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5A4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251960"/>
            <a:ext cx="658368" cy="65836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51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83080" y="42336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Menyampaikan deadline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50292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 kepastian waktu penyelesaian tugas kepada atasan/rekan.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397764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5A4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4251960"/>
            <a:ext cx="658368" cy="65836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251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98080" y="42336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Mengutarakan kendala ringan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50292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Menyampaikan hambatan kecil secara sopan dan jelas.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2 — Daily Tasks, Progress Updates &amp; Deadlines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HARI INI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Bagian Ungkapan Kerja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9F0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202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85623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Talking about tasks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185623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tugas &amp; tanggung jawab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2432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" y="2761488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26974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progress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269748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progres pekerjaan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9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3602736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53872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Deadline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0" y="353872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Menyampaikan batas waktu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306824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" y="444398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437997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problems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0" y="437997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 ringan &amp; minta bantuan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148072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9F0"/>
          </a:solidFill>
          <a:ln/>
        </p:spPr>
      </p:sp>
      <p:sp>
        <p:nvSpPr>
          <p:cNvPr id="25" name="Shape 23"/>
          <p:cNvSpPr/>
          <p:nvPr/>
        </p:nvSpPr>
        <p:spPr>
          <a:xfrm>
            <a:off x="841248" y="528523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522122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Giving a full update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43600" y="522122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Merangkai update lengkap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2 — Daily Tasks, Progress Updates &amp; Deadlines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 TATA BAHASA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Present vs. Present Continuous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pola kalimat yang paling sering dipakai saat membahas tugas &amp; progres kerja.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57800" cy="4709160"/>
          </a:xfrm>
          <a:prstGeom prst="roundRect">
            <a:avLst>
              <a:gd name="adj" fmla="val 2330"/>
            </a:avLst>
          </a:prstGeom>
          <a:solidFill>
            <a:srgbClr val="FFF9F0"/>
          </a:solidFill>
          <a:ln/>
          <a:effectLst>
            <a:outerShdw sx="100000" sy="100000" kx="0" ky="0" algn="bl" rotWithShape="0" blurRad="101600" dist="38100" dir="5400000">
              <a:srgbClr val="6B5A4A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4028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8" name="Text 6"/>
          <p:cNvSpPr/>
          <p:nvPr/>
        </p:nvSpPr>
        <p:spPr>
          <a:xfrm>
            <a:off x="1554480" y="2240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24688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Present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914400" y="3017520"/>
            <a:ext cx="4709160" cy="594360"/>
          </a:xfrm>
          <a:prstGeom prst="roundRect">
            <a:avLst>
              <a:gd name="adj" fmla="val 15385"/>
            </a:avLst>
          </a:prstGeom>
          <a:solidFill>
            <a:srgbClr val="232B5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1752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+ V1 (+s/es)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36393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(untuk he/she/it, tambahkan -s / -es)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405079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KEGUNAAN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42976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Kebiasaan, rutinitas, atau tugas tetap yang berulang.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489204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5248656"/>
            <a:ext cx="73152" cy="7315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1663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handle the monthly sales report.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" y="5669280"/>
            <a:ext cx="73152" cy="7315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558698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usually work on client proposals.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4400" y="6089904"/>
            <a:ext cx="73152" cy="73152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60076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checks the inventory every morning.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1965960"/>
            <a:ext cx="5257800" cy="4709160"/>
          </a:xfrm>
          <a:prstGeom prst="roundRect">
            <a:avLst>
              <a:gd name="adj" fmla="val 2330"/>
            </a:avLst>
          </a:prstGeom>
          <a:solidFill>
            <a:srgbClr val="FFF9F0"/>
          </a:solidFill>
          <a:ln/>
          <a:effectLst>
            <a:outerShdw sx="100000" sy="100000" kx="0" ky="0" algn="bl" rotWithShape="0" blurRad="101600" dist="38100" dir="5400000">
              <a:srgbClr val="6B5A4A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37960" y="22402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5" name="Text 23"/>
          <p:cNvSpPr/>
          <p:nvPr/>
        </p:nvSpPr>
        <p:spPr>
          <a:xfrm>
            <a:off x="7178040" y="2240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24688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 Continuous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6537960" y="3017520"/>
            <a:ext cx="4709160" cy="594360"/>
          </a:xfrm>
          <a:prstGeom prst="roundRect">
            <a:avLst>
              <a:gd name="adj" fmla="val 15385"/>
            </a:avLst>
          </a:prstGeom>
          <a:solidFill>
            <a:srgbClr val="232B5C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301752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+ am/is/are + V-ing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537960" y="36393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(untuk aksi yang sedang berlangsung sekarang)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37960" y="405079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KEGUNAAN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37960" y="42976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Pekerjaan yang sedang dikerjakan saat ini atau bersifat sementara.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37960" y="489204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37960" y="5248656"/>
            <a:ext cx="73152" cy="7315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4" name="Text 32"/>
          <p:cNvSpPr/>
          <p:nvPr/>
        </p:nvSpPr>
        <p:spPr>
          <a:xfrm>
            <a:off x="6720840" y="51663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currently working on the report.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37960" y="5669280"/>
            <a:ext cx="73152" cy="7315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6" name="Text 34"/>
          <p:cNvSpPr/>
          <p:nvPr/>
        </p:nvSpPr>
        <p:spPr>
          <a:xfrm>
            <a:off x="6720840" y="558698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preparing for tomorrow's meeting.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537960" y="6089904"/>
            <a:ext cx="73152" cy="7315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8" name="Text 36"/>
          <p:cNvSpPr/>
          <p:nvPr/>
        </p:nvSpPr>
        <p:spPr>
          <a:xfrm>
            <a:off x="6720840" y="60076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He's still checking the numbers.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2 — Daily Tasks, Progress Updates &amp; Deadlines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3246120" y="5440680"/>
            <a:ext cx="1828800" cy="1828800"/>
          </a:xfrm>
          <a:prstGeom prst="ellipse">
            <a:avLst/>
          </a:prstGeom>
          <a:solidFill>
            <a:srgbClr val="232B5C"/>
          </a:solidFill>
          <a:ln/>
        </p:spPr>
      </p:sp>
      <p:sp>
        <p:nvSpPr>
          <p:cNvPr id="4" name="Text 2"/>
          <p:cNvSpPr/>
          <p:nvPr/>
        </p:nvSpPr>
        <p:spPr>
          <a:xfrm>
            <a:off x="3246120" y="54406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Talking about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tugas dan tanggung jawab sehari-hari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3246120" cy="502920"/>
          </a:xfrm>
          <a:prstGeom prst="roundRect">
            <a:avLst>
              <a:gd name="adj" fmla="val 50909"/>
            </a:avLst>
          </a:prstGeom>
          <a:solidFill>
            <a:srgbClr val="232B5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handle…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64992"/>
            <a:ext cx="3246120" cy="502920"/>
          </a:xfrm>
          <a:prstGeom prst="roundRect">
            <a:avLst>
              <a:gd name="adj" fmla="val 50909"/>
            </a:avLst>
          </a:prstGeom>
          <a:solidFill>
            <a:srgbClr val="232B5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649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responsible for…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86784"/>
            <a:ext cx="3246120" cy="502920"/>
          </a:xfrm>
          <a:prstGeom prst="roundRect">
            <a:avLst>
              <a:gd name="adj" fmla="val 50909"/>
            </a:avLst>
          </a:prstGeom>
          <a:solidFill>
            <a:srgbClr val="232B5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98678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usually work on…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08576"/>
            <a:ext cx="3246120" cy="502920"/>
          </a:xfrm>
          <a:prstGeom prst="roundRect">
            <a:avLst>
              <a:gd name="adj" fmla="val 50909"/>
            </a:avLst>
          </a:prstGeom>
          <a:solidFill>
            <a:srgbClr val="232B5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60857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main task is…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KALIMAT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6903720" cy="5029200"/>
          </a:xfrm>
          <a:prstGeom prst="roundRect">
            <a:avLst>
              <a:gd name="adj" fmla="val 2545"/>
            </a:avLst>
          </a:prstGeom>
          <a:solidFill>
            <a:srgbClr val="FFF9F0"/>
          </a:solidFill>
          <a:ln/>
          <a:effectLst>
            <a:outerShdw sx="100000" sy="100000" kx="0" ky="0" algn="bl" rotWithShape="0" blurRad="101600" dist="38100" dir="5400000">
              <a:srgbClr val="6B5A4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132588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0" name="Shape 18"/>
          <p:cNvSpPr/>
          <p:nvPr/>
        </p:nvSpPr>
        <p:spPr>
          <a:xfrm>
            <a:off x="5486400" y="1280160"/>
            <a:ext cx="58064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715000" y="12801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handle the monthly sales report.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228600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4" name="Shape 22"/>
          <p:cNvSpPr/>
          <p:nvPr/>
        </p:nvSpPr>
        <p:spPr>
          <a:xfrm>
            <a:off x="5486400" y="2240280"/>
            <a:ext cx="58064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22402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responsible for the client database.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37760" y="32461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8" name="Shape 26"/>
          <p:cNvSpPr/>
          <p:nvPr/>
        </p:nvSpPr>
        <p:spPr>
          <a:xfrm>
            <a:off x="5486400" y="3200400"/>
            <a:ext cx="58064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715000" y="32004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main task is coordinating with the design team.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2 — Daily Tasks, Progress Updates &amp; Deadlines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3246120" y="5440680"/>
            <a:ext cx="1828800" cy="1828800"/>
          </a:xfrm>
          <a:prstGeom prst="ellipse">
            <a:avLst/>
          </a:prstGeom>
          <a:solidFill>
            <a:srgbClr val="232B5C"/>
          </a:solidFill>
          <a:ln/>
        </p:spPr>
      </p:sp>
      <p:sp>
        <p:nvSpPr>
          <p:cNvPr id="4" name="Text 2"/>
          <p:cNvSpPr/>
          <p:nvPr/>
        </p:nvSpPr>
        <p:spPr>
          <a:xfrm>
            <a:off x="3246120" y="54406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Menyampaikan sejauh mana pekerjaan berjalan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3246120" cy="502920"/>
          </a:xfrm>
          <a:prstGeom prst="roundRect">
            <a:avLst>
              <a:gd name="adj" fmla="val 50909"/>
            </a:avLst>
          </a:prstGeom>
          <a:solidFill>
            <a:srgbClr val="232B5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currently working on…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64992"/>
            <a:ext cx="3246120" cy="502920"/>
          </a:xfrm>
          <a:prstGeom prst="roundRect">
            <a:avLst>
              <a:gd name="adj" fmla="val 50909"/>
            </a:avLst>
          </a:prstGeom>
          <a:solidFill>
            <a:srgbClr val="232B5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649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still working on…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86784"/>
            <a:ext cx="3246120" cy="502920"/>
          </a:xfrm>
          <a:prstGeom prst="roundRect">
            <a:avLst>
              <a:gd name="adj" fmla="val 50909"/>
            </a:avLst>
          </a:prstGeom>
          <a:solidFill>
            <a:srgbClr val="232B5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98678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already finished…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08576"/>
            <a:ext cx="3246120" cy="502920"/>
          </a:xfrm>
          <a:prstGeom prst="roundRect">
            <a:avLst>
              <a:gd name="adj" fmla="val 50909"/>
            </a:avLst>
          </a:prstGeom>
          <a:solidFill>
            <a:srgbClr val="232B5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60857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almost done.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KALIMAT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6903720" cy="5029200"/>
          </a:xfrm>
          <a:prstGeom prst="roundRect">
            <a:avLst>
              <a:gd name="adj" fmla="val 2545"/>
            </a:avLst>
          </a:prstGeom>
          <a:solidFill>
            <a:srgbClr val="FFF9F0"/>
          </a:solidFill>
          <a:ln/>
          <a:effectLst>
            <a:outerShdw sx="100000" sy="100000" kx="0" ky="0" algn="bl" rotWithShape="0" blurRad="101600" dist="38100" dir="5400000">
              <a:srgbClr val="6B5A4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1325880"/>
            <a:ext cx="384048" cy="384048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0" name="Shape 18"/>
          <p:cNvSpPr/>
          <p:nvPr/>
        </p:nvSpPr>
        <p:spPr>
          <a:xfrm>
            <a:off x="5486400" y="1280160"/>
            <a:ext cx="58064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715000" y="12801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currently working on the presentation slides.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2286000"/>
            <a:ext cx="384048" cy="384048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4" name="Shape 22"/>
          <p:cNvSpPr/>
          <p:nvPr/>
        </p:nvSpPr>
        <p:spPr>
          <a:xfrm>
            <a:off x="5486400" y="2240280"/>
            <a:ext cx="58064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22402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already finished the budget summary.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37760" y="3246120"/>
            <a:ext cx="384048" cy="384048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8" name="Shape 26"/>
          <p:cNvSpPr/>
          <p:nvPr/>
        </p:nvSpPr>
        <p:spPr>
          <a:xfrm>
            <a:off x="5486400" y="3200400"/>
            <a:ext cx="58064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715000" y="32004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almost done — just checking the numbers.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2 — Daily Tasks, Progress Updates &amp; Deadlines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3246120" y="5440680"/>
            <a:ext cx="1828800" cy="1828800"/>
          </a:xfrm>
          <a:prstGeom prst="ellipse">
            <a:avLst/>
          </a:prstGeom>
          <a:solidFill>
            <a:srgbClr val="232B5C"/>
          </a:solidFill>
          <a:ln/>
        </p:spPr>
      </p:sp>
      <p:sp>
        <p:nvSpPr>
          <p:cNvPr id="4" name="Text 2"/>
          <p:cNvSpPr/>
          <p:nvPr/>
        </p:nvSpPr>
        <p:spPr>
          <a:xfrm>
            <a:off x="3246120" y="54406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Deadline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Menyampaikan batas waktu penyelesaian tugas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3246120" cy="502920"/>
          </a:xfrm>
          <a:prstGeom prst="roundRect">
            <a:avLst>
              <a:gd name="adj" fmla="val 50909"/>
            </a:avLst>
          </a:prstGeom>
          <a:solidFill>
            <a:srgbClr val="232B5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finish it by Friday.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64992"/>
            <a:ext cx="3246120" cy="502920"/>
          </a:xfrm>
          <a:prstGeom prst="roundRect">
            <a:avLst>
              <a:gd name="adj" fmla="val 50909"/>
            </a:avLst>
          </a:prstGeom>
          <a:solidFill>
            <a:srgbClr val="232B5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649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more 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86784"/>
            <a:ext cx="3246120" cy="502920"/>
          </a:xfrm>
          <a:prstGeom prst="roundRect">
            <a:avLst>
              <a:gd name="adj" fmla="val 50909"/>
            </a:avLst>
          </a:prstGeom>
          <a:solidFill>
            <a:srgbClr val="232B5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98678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due tomorrow.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08576"/>
            <a:ext cx="3246120" cy="502920"/>
          </a:xfrm>
          <a:prstGeom prst="roundRect">
            <a:avLst>
              <a:gd name="adj" fmla="val 50909"/>
            </a:avLst>
          </a:prstGeom>
          <a:solidFill>
            <a:srgbClr val="232B5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60857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send it as soon as possible.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KALIMAT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6903720" cy="5029200"/>
          </a:xfrm>
          <a:prstGeom prst="roundRect">
            <a:avLst>
              <a:gd name="adj" fmla="val 2545"/>
            </a:avLst>
          </a:prstGeom>
          <a:solidFill>
            <a:srgbClr val="FFF9F0"/>
          </a:solidFill>
          <a:ln/>
          <a:effectLst>
            <a:outerShdw sx="100000" sy="100000" kx="0" ky="0" algn="bl" rotWithShape="0" blurRad="101600" dist="38100" dir="5400000">
              <a:srgbClr val="6B5A4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132588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0" name="Shape 18"/>
          <p:cNvSpPr/>
          <p:nvPr/>
        </p:nvSpPr>
        <p:spPr>
          <a:xfrm>
            <a:off x="5486400" y="1280160"/>
            <a:ext cx="58064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715000" y="12801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finish it by Friday afternoon.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228600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4" name="Shape 22"/>
          <p:cNvSpPr/>
          <p:nvPr/>
        </p:nvSpPr>
        <p:spPr>
          <a:xfrm>
            <a:off x="5486400" y="2240280"/>
            <a:ext cx="58064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22402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due tomorrow, so I'm prioritizing it today.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37760" y="32461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8" name="Shape 26"/>
          <p:cNvSpPr/>
          <p:nvPr/>
        </p:nvSpPr>
        <p:spPr>
          <a:xfrm>
            <a:off x="5486400" y="3200400"/>
            <a:ext cx="58064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715000" y="32004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a bit more time — I'll update you by 3 PM.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2 — Daily Tasks, Progress Updates &amp; Deadlines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3246120" y="5440680"/>
            <a:ext cx="1828800" cy="1828800"/>
          </a:xfrm>
          <a:prstGeom prst="ellipse">
            <a:avLst/>
          </a:prstGeom>
          <a:solidFill>
            <a:srgbClr val="232B5C"/>
          </a:solidFill>
          <a:ln/>
        </p:spPr>
      </p:sp>
      <p:sp>
        <p:nvSpPr>
          <p:cNvPr id="4" name="Text 2"/>
          <p:cNvSpPr/>
          <p:nvPr/>
        </p:nvSpPr>
        <p:spPr>
          <a:xfrm>
            <a:off x="3246120" y="54406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Mengutarakan kendala ringan secara sopan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3246120" cy="502920"/>
          </a:xfrm>
          <a:prstGeom prst="roundRect">
            <a:avLst>
              <a:gd name="adj" fmla="val 50909"/>
            </a:avLst>
          </a:prstGeom>
          <a:solidFill>
            <a:srgbClr val="232B5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small issue with…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64992"/>
            <a:ext cx="3246120" cy="502920"/>
          </a:xfrm>
          <a:prstGeom prst="roundRect">
            <a:avLst>
              <a:gd name="adj" fmla="val 50909"/>
            </a:avLst>
          </a:prstGeom>
          <a:solidFill>
            <a:srgbClr val="232B5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649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waiting for…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86784"/>
            <a:ext cx="3246120" cy="502920"/>
          </a:xfrm>
          <a:prstGeom prst="roundRect">
            <a:avLst>
              <a:gd name="adj" fmla="val 50909"/>
            </a:avLst>
          </a:prstGeom>
          <a:solidFill>
            <a:srgbClr val="232B5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98678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to check with…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08576"/>
            <a:ext cx="3246120" cy="502920"/>
          </a:xfrm>
          <a:prstGeom prst="roundRect">
            <a:avLst>
              <a:gd name="adj" fmla="val 50909"/>
            </a:avLst>
          </a:prstGeom>
          <a:solidFill>
            <a:srgbClr val="232B5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60857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help me with…?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KALIMAT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6903720" cy="5029200"/>
          </a:xfrm>
          <a:prstGeom prst="roundRect">
            <a:avLst>
              <a:gd name="adj" fmla="val 2545"/>
            </a:avLst>
          </a:prstGeom>
          <a:solidFill>
            <a:srgbClr val="FFF9F0"/>
          </a:solidFill>
          <a:ln/>
          <a:effectLst>
            <a:outerShdw sx="100000" sy="100000" kx="0" ky="0" algn="bl" rotWithShape="0" blurRad="101600" dist="38100" dir="5400000">
              <a:srgbClr val="6B5A4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1325880"/>
            <a:ext cx="384048" cy="384048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0" name="Shape 18"/>
          <p:cNvSpPr/>
          <p:nvPr/>
        </p:nvSpPr>
        <p:spPr>
          <a:xfrm>
            <a:off x="5486400" y="1280160"/>
            <a:ext cx="58064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715000" y="12801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small issue with the internet connection.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2286000"/>
            <a:ext cx="384048" cy="384048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4" name="Shape 22"/>
          <p:cNvSpPr/>
          <p:nvPr/>
        </p:nvSpPr>
        <p:spPr>
          <a:xfrm>
            <a:off x="5486400" y="2240280"/>
            <a:ext cx="58064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22402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waiting for approval from the manager.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37760" y="3246120"/>
            <a:ext cx="384048" cy="384048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8" name="Shape 26"/>
          <p:cNvSpPr/>
          <p:nvPr/>
        </p:nvSpPr>
        <p:spPr>
          <a:xfrm>
            <a:off x="5486400" y="3200400"/>
            <a:ext cx="58064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715000" y="32004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help me with this data entry?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2 — Daily Tasks, Progress Updates &amp; Deadlines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Giving a Full Update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Rangkaian kalimat untuk memberi update lengkap kepada atasan atau rekan kerja: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5A4A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77340" y="260604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157734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Today, I'm working on…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dengan tugas hari ini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54680" y="35661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83280" y="233172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5A4A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20540" y="260604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432054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34747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I've already finished…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45262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Sampaikan apa yang sudah selesai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897880" y="35661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126480" y="233172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5A4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63740" y="260604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9" name="Text 17"/>
          <p:cNvSpPr/>
          <p:nvPr/>
        </p:nvSpPr>
        <p:spPr>
          <a:xfrm>
            <a:off x="706374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9360" y="34747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Next, I need to…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45262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langkah berikutnya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41080" y="35661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869680" y="233172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5A4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806940" y="260604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980694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052560" y="34747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I'll send it by…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52560" y="45262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Tutup dengan kepastian waktu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71500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2F3C7E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7150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</a:t>
            </a:r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"Today, I'm working on the report. I've already finished the data collection. Next, I need to write the summary. I'll send it by tomorrow morning."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2 — Daily Tasks, Progress Updates &amp; Deadlines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SESI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Pembagian Waktu — 60 Menit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676656"/>
          </a:xfrm>
          <a:prstGeom prst="roundRect">
            <a:avLst>
              <a:gd name="adj" fmla="val 10811"/>
            </a:avLst>
          </a:prstGeom>
          <a:solidFill>
            <a:srgbClr val="2F3C7E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728216"/>
            <a:ext cx="603504" cy="6035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282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7282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1737360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Warm-up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806440" y="1737360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did you do this morning?"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478024"/>
            <a:ext cx="10881360" cy="676656"/>
          </a:xfrm>
          <a:prstGeom prst="roundRect">
            <a:avLst>
              <a:gd name="adj" fmla="val 10811"/>
            </a:avLst>
          </a:prstGeom>
          <a:solidFill>
            <a:srgbClr val="2F3C7E"/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" y="2514600"/>
            <a:ext cx="603504" cy="6035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5146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" y="25146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00200" y="2523744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Vocabulary &amp; Useful Expressions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806440" y="2523744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Ungkapan kunci untuk 5 bagian materi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264408"/>
            <a:ext cx="10881360" cy="676656"/>
          </a:xfrm>
          <a:prstGeom prst="roundRect">
            <a:avLst>
              <a:gd name="adj" fmla="val 10811"/>
            </a:avLst>
          </a:prstGeom>
          <a:solidFill>
            <a:srgbClr val="2F3C7E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" y="3300984"/>
            <a:ext cx="603504" cy="6035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3009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33009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00200" y="3310128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Membedakan Pola Kalimat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806440" y="3310128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usually… vs I'm working on… vs I've finished…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050792"/>
            <a:ext cx="10881360" cy="676656"/>
          </a:xfrm>
          <a:prstGeom prst="roundRect">
            <a:avLst>
              <a:gd name="adj" fmla="val 10811"/>
            </a:avLst>
          </a:prstGeom>
          <a:solidFill>
            <a:srgbClr val="2F3C7E"/>
          </a:solidFill>
          <a:ln/>
        </p:spPr>
      </p:sp>
      <p:sp>
        <p:nvSpPr>
          <p:cNvPr id="23" name="Shape 21"/>
          <p:cNvSpPr/>
          <p:nvPr/>
        </p:nvSpPr>
        <p:spPr>
          <a:xfrm>
            <a:off x="804672" y="4087368"/>
            <a:ext cx="603504" cy="6035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40873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4672" y="40873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00200" y="4096512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Latihan Membuat Work Update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806440" y="4096512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dari situasi yang diberikan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837176"/>
            <a:ext cx="10881360" cy="676656"/>
          </a:xfrm>
          <a:prstGeom prst="roundRect">
            <a:avLst>
              <a:gd name="adj" fmla="val 10811"/>
            </a:avLst>
          </a:prstGeom>
          <a:solidFill>
            <a:srgbClr val="2F3C7E"/>
          </a:solidFill>
          <a:ln/>
        </p:spPr>
      </p:sp>
      <p:sp>
        <p:nvSpPr>
          <p:cNvPr id="29" name="Shape 27"/>
          <p:cNvSpPr/>
          <p:nvPr/>
        </p:nvSpPr>
        <p:spPr>
          <a:xfrm>
            <a:off x="804672" y="4873752"/>
            <a:ext cx="603504" cy="6035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48737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4672" y="48737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600200" y="4882896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Roleplay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5806440" y="4882896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Atasan/rekan kerja bertanya progres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5623560"/>
            <a:ext cx="10881360" cy="676656"/>
          </a:xfrm>
          <a:prstGeom prst="roundRect">
            <a:avLst>
              <a:gd name="adj" fmla="val 10811"/>
            </a:avLst>
          </a:prstGeom>
          <a:solidFill>
            <a:srgbClr val="2F3C7E"/>
          </a:solidFill>
          <a:ln/>
        </p:spPr>
      </p:sp>
      <p:sp>
        <p:nvSpPr>
          <p:cNvPr id="35" name="Shape 33"/>
          <p:cNvSpPr/>
          <p:nvPr/>
        </p:nvSpPr>
        <p:spPr>
          <a:xfrm>
            <a:off x="804672" y="5660136"/>
            <a:ext cx="603504" cy="6035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6" name="Text 34"/>
          <p:cNvSpPr/>
          <p:nvPr/>
        </p:nvSpPr>
        <p:spPr>
          <a:xfrm>
            <a:off x="804672" y="56601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04672" y="56601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600200" y="5669280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+ Voice Note Task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5806440" y="5669280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&amp; tugas rumah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2 — Daily Tasks, Progress Updates &amp; Deadlines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2026-09-14T08:59:24Z</dcterms:created>
  <dcterms:modified xsi:type="dcterms:W3CDTF">2026-09-14T08:59:24Z</dcterms:modified>
</cp:coreProperties>
</file>