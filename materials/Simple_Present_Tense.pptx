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8B5CF6">
              <a:alpha val="22000"/>
            </a:srgbClr>
          </a:solidFill>
          <a:ln w="19050">
            <a:solidFill>
              <a:srgbClr val="D4FF3D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F3D7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1463040" cy="1463040"/>
          </a:xfrm>
          <a:prstGeom prst="ellipse">
            <a:avLst/>
          </a:prstGeom>
          <a:solidFill>
            <a:srgbClr val="D4FF3D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22960"/>
            <a:ext cx="3159252" cy="38404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3159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GRAMMAR 101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</a:t>
            </a:r>
            <a:pPr indent="0" marL="0">
              <a:buNone/>
            </a:pPr>
            <a:r>
              <a:rPr lang="en-US" sz="6800" b="1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TENSE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621792" y="41148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Kupas tuntas rumus Verbal &amp; Nominal Sentence — Positive, Negative, sampai Interrogative. No ribet, langsung paham! 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507492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50749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507492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507492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50749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50749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(+)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0056" y="50749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0056" y="50749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(–)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21424" y="507492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50749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INTERROGATIVE (?)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untuk kelas bahasa Inggris — santai tapi tetap detail 🔥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871216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Simple Present Tense?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15087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 adalah bentuk kata kerja (tenses) yang dipakai untuk menyatakan kebiasaan, fakta umum, kebenaran ilmiah, dan kegiatan yang berlangsung rutin — bukan yang sedang terjadi sekarang.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 UMUM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89204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 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V1 (+s/es)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to be (am/is/are)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DIPAKAI? 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423160"/>
            <a:ext cx="5623560" cy="896112"/>
          </a:xfrm>
          <a:prstGeom prst="roundRect">
            <a:avLst>
              <a:gd name="adj" fmla="val 12245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642616"/>
            <a:ext cx="457200" cy="45720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Kebiasaan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8254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Rutinitas sehari-hari. Contoh: I drink coffee every morning.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456432"/>
            <a:ext cx="5623560" cy="896112"/>
          </a:xfrm>
          <a:prstGeom prst="roundRect">
            <a:avLst>
              <a:gd name="adj" fmla="val 12245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675888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1228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Fakta Umum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8587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Kebenaran universal. Contoh: The sun rises in the east.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4489704"/>
            <a:ext cx="5623560" cy="896112"/>
          </a:xfrm>
          <a:prstGeom prst="roundRect">
            <a:avLst>
              <a:gd name="adj" fmla="val 12245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7091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12280" y="45811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Tetap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48920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resmi. Contoh: The train leaves at 7 a.m.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5522976"/>
            <a:ext cx="5623560" cy="896112"/>
          </a:xfrm>
          <a:prstGeom prst="roundRect">
            <a:avLst>
              <a:gd name="adj" fmla="val 12245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5742432"/>
            <a:ext cx="457200" cy="45720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12280" y="56144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Instruksi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59253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Arahan/petunjuk. Contoh: You turn left at the corner.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KUNCI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Signals ⏰ (Penanda Waktu)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nemu kata-kata ini di kalimat, besar kemungkinan itu Simple Present Tense!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96312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43984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91656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39328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87000" y="2377440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0" y="2377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96312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496312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43984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24" name="Text 22"/>
          <p:cNvSpPr/>
          <p:nvPr/>
        </p:nvSpPr>
        <p:spPr>
          <a:xfrm>
            <a:off x="4443984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91656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39328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287000" y="3218688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0" y="3218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week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 month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496312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34" name="Text 32"/>
          <p:cNvSpPr/>
          <p:nvPr/>
        </p:nvSpPr>
        <p:spPr>
          <a:xfrm>
            <a:off x="2496312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Mondays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443984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36" name="Text 34"/>
          <p:cNvSpPr/>
          <p:nvPr/>
        </p:nvSpPr>
        <p:spPr>
          <a:xfrm>
            <a:off x="4443984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91656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656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39328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8339328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0287000" y="405993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42" name="Text 40"/>
          <p:cNvSpPr/>
          <p:nvPr/>
        </p:nvSpPr>
        <p:spPr>
          <a:xfrm>
            <a:off x="10287000" y="40599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1B54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Tips: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"always, usually, often, sometimes, never" biasanya diletakkan sebelum kata kerja utama (adverb of frequency).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Positif (+)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+  V1  </a:t>
            </a:r>
            <a:pPr indent="0" marL="0">
              <a:buNone/>
            </a:pPr>
            <a:r>
              <a:rPr lang="en-US" sz="1800" b="1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+ s / es untuk He, She, It 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TAMBAHAN -S / -ES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-s → play → plays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Akhiran s, sh, ch, x, o: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-es → watch → watches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Konsonan + y: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 + es → study → studies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Vokal + y: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-s saja → play → plays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tanpa tambahan apapun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play football every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plays the piano every evening.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rises in the east.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father works at a bank.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study English on Mondays.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Negatif (–)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+  do/does  +  not  +  V1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PEMILIHAN DO / DOES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not (don't) + V1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does not (doesn't) + 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selalu bentuk dasar, TIDAK pakai -s/-es lagi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salah: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plays ✗ (harusnya doesn't play)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 not (don't) play football.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 not (doesn't) play the piano.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does not rise in the west.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father doesn't work on Sundays.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study English on weekends.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Tanya (?)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Do/Does  +  S  +  V1  +  ?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ANSWER (JAWABAN SINGKAT)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I do. / No, I don't.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she does. / No, she doesn't.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he does. / No, he doesn't.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they do. / No, they don't.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play football every day?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play the piano every evening?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sun rise in the east?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father work at a bank?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study English on Mondays?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Positif (+)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+  to be (am/is/are)  +  Complement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PASANGAN SUBJEK &amp; TO BE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/ We / They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benda, sifat, atau keterangan tempat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student. (noun)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beautiful. (adjective)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at home now. (adverb)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proud of you. (adjective)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good idea. (noun phrase)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Negatif (–)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+  to be  +  not  +  Complement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SINGKAT (CONTRACTION)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not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tidak punya bentuk singkat resmi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isn't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aren't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not" sering ditulis "I'm not"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a student.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not (isn't) beautiful.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(aren't) at home now.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(aren't) proud of that.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(isn't) a good idea.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0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SENTENCE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548640" cy="5486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Tanya (?)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2B1B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(Am/Is/Are)  +  S  +  Complement  +  ?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ANSWER (JAWABAN SINGKAT)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I am. / No, I'm not.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she/he/it...?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she is. / No, she isn't.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you/we/they...?  </a:t>
            </a:r>
            <a:pPr indent="0" marL="0"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Yes, we are. / No, we aren't.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KALIMAT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3493008"/>
            <a:ext cx="5532120" cy="2834640"/>
          </a:xfrm>
          <a:prstGeom prst="roundRect">
            <a:avLst>
              <a:gd name="adj" fmla="val 4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5844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 student in this class?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24528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965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 beautiful in that dress?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736592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608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at home right now?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5248656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proud of our progress?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5760720"/>
            <a:ext cx="91440" cy="9144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6327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good idea to start now?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830068" cy="384048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830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 Semua Rumus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3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SENTENCE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13" name="Text 11"/>
          <p:cNvSpPr/>
          <p:nvPr/>
        </p:nvSpPr>
        <p:spPr>
          <a:xfrm>
            <a:off x="132588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POSITIF (+)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25880" y="3172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V1 (+s/es)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3959352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279392"/>
            <a:ext cx="201168" cy="201168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18" name="Text 16"/>
          <p:cNvSpPr/>
          <p:nvPr/>
        </p:nvSpPr>
        <p:spPr>
          <a:xfrm>
            <a:off x="13258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NEGATIF (–)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2588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do/does + not + V1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5129784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5449824"/>
            <a:ext cx="201168" cy="201168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23" name="Text 21"/>
          <p:cNvSpPr/>
          <p:nvPr/>
        </p:nvSpPr>
        <p:spPr>
          <a:xfrm>
            <a:off x="1325880" y="5221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TANYA (?)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325880" y="5513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Do/Does + S + V1 + 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3516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323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SENTENCE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37960" y="2788920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0840" y="3108960"/>
            <a:ext cx="201168" cy="201168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32" name="Text 30"/>
          <p:cNvSpPr/>
          <p:nvPr/>
        </p:nvSpPr>
        <p:spPr>
          <a:xfrm>
            <a:off x="704088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POSITIF (+)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0" y="3172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to be + Complement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537960" y="3959352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0840" y="4279392"/>
            <a:ext cx="201168" cy="201168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37" name="Text 35"/>
          <p:cNvSpPr/>
          <p:nvPr/>
        </p:nvSpPr>
        <p:spPr>
          <a:xfrm>
            <a:off x="70408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3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NEGATIF (–)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04088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to be + not + Complement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537960" y="5129784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2B1B54"/>
          </a:solidFill>
          <a:ln/>
        </p:spPr>
      </p:sp>
      <p:sp>
        <p:nvSpPr>
          <p:cNvPr id="40" name="Shape 38"/>
          <p:cNvSpPr/>
          <p:nvPr/>
        </p:nvSpPr>
        <p:spPr>
          <a:xfrm>
            <a:off x="6720840" y="5449824"/>
            <a:ext cx="201168" cy="201168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8" dirty="0"/>
          </a:p>
        </p:txBody>
      </p:sp>
      <p:sp>
        <p:nvSpPr>
          <p:cNvPr id="42" name="Text 40"/>
          <p:cNvSpPr/>
          <p:nvPr/>
        </p:nvSpPr>
        <p:spPr>
          <a:xfrm>
            <a:off x="7040880" y="5221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TANYA (?)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040880" y="5513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+ S + Complement + ?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747772" cy="384048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74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COBA!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Practice ✍️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kalimat berikut sesuai rumus Simple Present Tense yang sudah kita pelajari.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5420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 (study) English every night.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17320" y="3154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(+)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0" y="25420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______ (not/like) spicy food.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32320" y="3154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(–)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4005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your brother ______ (play) basketball?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417320" y="46177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(?)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84048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D4F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32320" y="4005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______ (be) very excited about this trip.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132320" y="46177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(+)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240" y="5532120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417320" y="54681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 (be/not) at school today.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417320" y="608076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36" name="Text 34"/>
          <p:cNvSpPr/>
          <p:nvPr/>
        </p:nvSpPr>
        <p:spPr>
          <a:xfrm>
            <a:off x="1417320" y="6080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(–)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5303520"/>
            <a:ext cx="5349240" cy="1234440"/>
          </a:xfrm>
          <a:prstGeom prst="roundRect">
            <a:avLst>
              <a:gd name="adj" fmla="val 10370"/>
            </a:avLst>
          </a:prstGeom>
          <a:solidFill>
            <a:srgbClr val="22174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92240" y="5532120"/>
            <a:ext cx="457200" cy="457200"/>
          </a:xfrm>
          <a:prstGeom prst="ellipse">
            <a:avLst/>
          </a:prstGeom>
          <a:solidFill>
            <a:srgbClr val="FFC93D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132320" y="54681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they ______ (be) ready for the test?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132320" y="608076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6080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(?)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TENSE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8B5CF6">
              <a:alpha val="22000"/>
            </a:srgbClr>
          </a:solidFill>
          <a:ln w="19050">
            <a:solidFill>
              <a:srgbClr val="D4FF3D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F3D7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1463040" cy="1463040"/>
          </a:xfrm>
          <a:prstGeom prst="ellipse">
            <a:avLst/>
          </a:prstGeom>
          <a:solidFill>
            <a:srgbClr val="D4FF3D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22960"/>
            <a:ext cx="2912364" cy="384048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2912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WRAP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CALM
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USE 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D4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+ V1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🎯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21792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Makasih udah belajar bareng! Jangan lupa hafalin rumus Verbal &amp; Nominal-nya, lalu coba latihan soal biar makin jago. 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5212080"/>
            <a:ext cx="1106424" cy="402336"/>
          </a:xfrm>
          <a:prstGeom prst="roundRect">
            <a:avLst>
              <a:gd name="adj" fmla="val 50000"/>
            </a:avLst>
          </a:prstGeom>
          <a:solidFill>
            <a:srgbClr val="D4FF3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5212080"/>
            <a:ext cx="110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9384" y="5212080"/>
            <a:ext cx="1207008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2" name="Text 10"/>
          <p:cNvSpPr/>
          <p:nvPr/>
        </p:nvSpPr>
        <p:spPr>
          <a:xfrm>
            <a:off x="1929384" y="521208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5212080"/>
            <a:ext cx="1408176" cy="402336"/>
          </a:xfrm>
          <a:prstGeom prst="roundRect">
            <a:avLst>
              <a:gd name="adj" fmla="val 50000"/>
            </a:avLst>
          </a:prstGeom>
          <a:solidFill>
            <a:srgbClr val="FFC9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521208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46904" y="5212080"/>
            <a:ext cx="1408176" cy="40233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521208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GOES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your teacher — see you next class! 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2026-08-05T00:41:35Z</dcterms:created>
  <dcterms:modified xsi:type="dcterms:W3CDTF">2026-08-05T00:41:35Z</dcterms:modified>
</cp:coreProperties>
</file>