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572000" cy="45720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846320"/>
            <a:ext cx="2926080" cy="2926080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5120640"/>
            <a:ext cx="2194560" cy="2194560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14400"/>
            <a:ext cx="128016" cy="128016"/>
          </a:xfrm>
          <a:prstGeom prst="ellipse">
            <a:avLst/>
          </a:prstGeom>
          <a:solidFill>
            <a:srgbClr val="3A266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463040"/>
            <a:ext cx="82296" cy="82296"/>
          </a:xfrm>
          <a:prstGeom prst="ellipse">
            <a:avLst/>
          </a:prstGeom>
          <a:solidFill>
            <a:srgbClr val="3A266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64008" cy="64008"/>
          </a:xfrm>
          <a:prstGeom prst="ellipse">
            <a:avLst/>
          </a:prstGeom>
          <a:solidFill>
            <a:srgbClr val="3A266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68580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2A1B5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685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4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SPEAKING SKILLS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8686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</a:t>
            </a:r>
            <a:endParaRPr lang="en-US" sz="6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OPINION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594360" y="4709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 your honest opinion </a:t>
            </a:r>
            <a:pPr algn="l" indent="0" marL="0">
              <a:buNone/>
            </a:pPr>
            <a:r>
              <a:rPr lang="en-US" sz="200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right way.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4360" y="5440680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B7F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5440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speaking  ·  giving &amp; responding to opinion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2B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KONSEP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Sih Giving Opinion Itu?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126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opinion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itu skill buat 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ngasih pandangan, penilaian, atau perasaan kamu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tentang sesuatu — baik itu topik, isu, produk, sampai drama di grup chat. Nggak cuma bilang "setuju" atau "nggak", tapi juga jelasin 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kamu mikir gitu.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612648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27000" dist="38100" dir="5400000">
              <a:srgbClr val="2A1B5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23544" y="4736592"/>
            <a:ext cx="621792" cy="621792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8" name="Text 6"/>
          <p:cNvSpPr/>
          <p:nvPr/>
        </p:nvSpPr>
        <p:spPr>
          <a:xfrm>
            <a:off x="923544" y="47365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37360" y="448056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kuncinya: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= sudut pandang pribadi, bukan fakta mutlak. Jadi selalu boleh beda-beda! ✔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86600" y="960120"/>
            <a:ext cx="4572000" cy="4892040"/>
          </a:xfrm>
          <a:prstGeom prst="roundRect">
            <a:avLst>
              <a:gd name="adj" fmla="val 4000"/>
            </a:avLst>
          </a:prstGeom>
          <a:solidFill>
            <a:srgbClr val="150A2E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0" y="1234440"/>
            <a:ext cx="1463040" cy="146304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2" name="Text 10"/>
          <p:cNvSpPr/>
          <p:nvPr/>
        </p:nvSpPr>
        <p:spPr>
          <a:xfrm>
            <a:off x="745236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452360" y="26517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my opinion, this trend is actually kinda underrated.”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52360" y="4572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contoh giving opinion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OPINION  //  ENGLISH SPEAKING SKILLS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3E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KONTEKS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Dipakainya?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opinion tuh dipakai hampir tiap hari — kamu cuma belum sadar aja.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48640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1540" y="2491740"/>
            <a:ext cx="685800" cy="6858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8" name="Text 6"/>
          <p:cNvSpPr/>
          <p:nvPr/>
        </p:nvSpPr>
        <p:spPr>
          <a:xfrm>
            <a:off x="891540" y="24917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⌘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83080" y="2496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Kelas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783080" y="295351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guru nanya, "What do you think?"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240280"/>
            <a:ext cx="548640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06540" y="2491740"/>
            <a:ext cx="685800" cy="685800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13" name="Text 11"/>
          <p:cNvSpPr/>
          <p:nvPr/>
        </p:nvSpPr>
        <p:spPr>
          <a:xfrm>
            <a:off x="6606540" y="24917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98080" y="2496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Produk / Film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498080" y="295351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Kasih rating &amp; alasan kenapa suka/nggak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48640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1540" y="4594860"/>
            <a:ext cx="685800" cy="685800"/>
          </a:xfrm>
          <a:prstGeom prst="ellipse">
            <a:avLst/>
          </a:prstGeom>
          <a:solidFill>
            <a:srgbClr val="150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91540" y="45948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83080" y="45994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Sosial Media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783080" y="505663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 di postingan atau bikin caption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343400"/>
            <a:ext cx="548640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06540" y="4594860"/>
            <a:ext cx="685800" cy="6858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3" name="Text 21"/>
          <p:cNvSpPr/>
          <p:nvPr/>
        </p:nvSpPr>
        <p:spPr>
          <a:xfrm>
            <a:off x="6606540" y="45948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☺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498080" y="45994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Ngobrol Bareng Temen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498080" y="505663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 gebetan, drama, sampai rencana healing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OPINION  //  ENGLISH SPEAKING SKILLS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6C2B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ASKING OPINION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Minta Pendapat Dulu, Yuk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spill opinionmu, kadang kamu perlu nanya dulu ke lawan bicara.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68296"/>
            <a:ext cx="457200" cy="457200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about...?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63040" y="3072384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take on...?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41064"/>
            <a:ext cx="457200" cy="457200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3858768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feel about...?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48640" y="4645152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727448"/>
            <a:ext cx="457200" cy="457200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63040" y="464515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any thoughts on...?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548640" y="5431536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513832"/>
            <a:ext cx="457200" cy="457200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63040" y="5431536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opinion on...?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098280" y="2286000"/>
            <a:ext cx="2560320" cy="3977640"/>
          </a:xfrm>
          <a:prstGeom prst="roundRect">
            <a:avLst>
              <a:gd name="adj" fmla="val 5714"/>
            </a:avLst>
          </a:prstGeom>
          <a:solidFill>
            <a:srgbClr val="150A2E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88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0" y="28803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Tambahin nama biar makin natural: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“Hey, what do YOU think about this?”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OPINION  //  ENGLISH SPEAKING SKILLS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F3E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GIVING OPINION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&amp; Chill Version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pendapat yang agak santai atau nggak mau kesan maksa.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97764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5875">
            <a:solidFill>
              <a:srgbClr val="F3D9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048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think...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8620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 pikir...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2286000"/>
            <a:ext cx="397764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5875">
            <a:solidFill>
              <a:srgbClr val="F3D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24048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feel like...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83480" y="28620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 ngerasa kayaknya...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397764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5875">
            <a:solidFill>
              <a:srgbClr val="F3D9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850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my opinion,...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4142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menurut aku,...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3566160"/>
            <a:ext cx="397764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5875">
            <a:solidFill>
              <a:srgbClr val="F3D9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6850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Personally, I...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83480" y="4142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pribadi, aku...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397764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5875">
            <a:solidFill>
              <a:srgbClr val="F3D9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9651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guess...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54223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kayaknya sih...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4846320"/>
            <a:ext cx="397764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5875">
            <a:solidFill>
              <a:srgbClr val="F3D9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49651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Maybe it's just me, but...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983480" y="54223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mungkin cuma aku sih, tapi...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OPINION  //  ENGLISH SPEAKING SKILLS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457200"/>
            <a:ext cx="822960" cy="822960"/>
          </a:xfrm>
          <a:prstGeom prst="ellipse">
            <a:avLst/>
          </a:prstGeom>
          <a:solidFill>
            <a:srgbClr val="2A1B57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1554480"/>
            <a:ext cx="457200" cy="457200"/>
          </a:xfrm>
          <a:prstGeom prst="ellipse">
            <a:avLst/>
          </a:prstGeom>
          <a:solidFill>
            <a:srgbClr val="2A1B5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D4FF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GIVING OPINION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&amp; Bold Version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pas kamu emang yakin banget sama pendapatmu — no cap.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977640" cy="1051560"/>
          </a:xfrm>
          <a:prstGeom prst="roundRect">
            <a:avLst>
              <a:gd name="adj" fmla="val 12174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048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confident that...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8620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 yakin banget kalau...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2286000"/>
            <a:ext cx="3977640" cy="1051560"/>
          </a:xfrm>
          <a:prstGeom prst="roundRect">
            <a:avLst>
              <a:gd name="adj" fmla="val 12174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4048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convinced that...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83480" y="28620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 percaya kalau...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977640" cy="1051560"/>
          </a:xfrm>
          <a:prstGeom prst="roundRect">
            <a:avLst>
              <a:gd name="adj" fmla="val 12174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850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Honestly,...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4142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jujur aja,...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3566160"/>
            <a:ext cx="3977640" cy="1051560"/>
          </a:xfrm>
          <a:prstGeom prst="roundRect">
            <a:avLst>
              <a:gd name="adj" fmla="val 12174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6850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firmly believe...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83480" y="4142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 sangat percaya...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3977640" cy="1051560"/>
          </a:xfrm>
          <a:prstGeom prst="roundRect">
            <a:avLst>
              <a:gd name="adj" fmla="val 12174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9651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doubt,...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54223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ragu,...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4846320"/>
            <a:ext cx="3977640" cy="1051560"/>
          </a:xfrm>
          <a:prstGeom prst="roundRect">
            <a:avLst>
              <a:gd name="adj" fmla="val 12174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49651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strongly feel that...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983480" y="54223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 sangat ngerasa kalau...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OPINION  //  ENGLISH SPEAKING SKILLS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6C2B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AGREEING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Setuju Banget!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EAF9D2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2574036"/>
            <a:ext cx="475488" cy="475488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7" name="Text 5"/>
          <p:cNvSpPr/>
          <p:nvPr/>
        </p:nvSpPr>
        <p:spPr>
          <a:xfrm>
            <a:off x="905256" y="25740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28600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agree with you.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EAF9D2"/>
          </a:solidFill>
          <a:ln/>
        </p:spPr>
      </p:sp>
      <p:sp>
        <p:nvSpPr>
          <p:cNvPr id="10" name="Shape 8"/>
          <p:cNvSpPr/>
          <p:nvPr/>
        </p:nvSpPr>
        <p:spPr>
          <a:xfrm>
            <a:off x="6574536" y="2574036"/>
            <a:ext cx="475488" cy="475488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11" name="Text 9"/>
          <p:cNvSpPr/>
          <p:nvPr/>
        </p:nvSpPr>
        <p:spPr>
          <a:xfrm>
            <a:off x="6574536" y="25740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228600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Exactly! That's so true.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EAF9D2"/>
          </a:solidFill>
          <a:ln/>
        </p:spPr>
      </p:sp>
      <p:sp>
        <p:nvSpPr>
          <p:cNvPr id="14" name="Shape 12"/>
          <p:cNvSpPr/>
          <p:nvPr/>
        </p:nvSpPr>
        <p:spPr>
          <a:xfrm>
            <a:off x="905256" y="3899916"/>
            <a:ext cx="475488" cy="475488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" y="38999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36118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here.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17920" y="361188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EAF9D2"/>
          </a:solidFill>
          <a:ln/>
        </p:spPr>
      </p:sp>
      <p:sp>
        <p:nvSpPr>
          <p:cNvPr id="18" name="Shape 16"/>
          <p:cNvSpPr/>
          <p:nvPr/>
        </p:nvSpPr>
        <p:spPr>
          <a:xfrm>
            <a:off x="6574536" y="3899916"/>
            <a:ext cx="475488" cy="475488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19" name="Text 17"/>
          <p:cNvSpPr/>
          <p:nvPr/>
        </p:nvSpPr>
        <p:spPr>
          <a:xfrm>
            <a:off x="6574536" y="38999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69480" y="36118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Couldn't agree more.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EAF9D2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256" y="5225796"/>
            <a:ext cx="475488" cy="475488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" y="52257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00200" y="49377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makes sense to me.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217920" y="493776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EAF9D2"/>
          </a:solidFill>
          <a:ln/>
        </p:spPr>
      </p:sp>
      <p:sp>
        <p:nvSpPr>
          <p:cNvPr id="26" name="Shape 24"/>
          <p:cNvSpPr/>
          <p:nvPr/>
        </p:nvSpPr>
        <p:spPr>
          <a:xfrm>
            <a:off x="6574536" y="5225796"/>
            <a:ext cx="475488" cy="475488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27" name="Text 25"/>
          <p:cNvSpPr/>
          <p:nvPr/>
        </p:nvSpPr>
        <p:spPr>
          <a:xfrm>
            <a:off x="6574536" y="52257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69480" y="49377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got a point there.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OPINION  //  ENGLISH SPEAKING SKILLS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FF3E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DISAGREEING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Nggak Setuju, Tapi Tetap Sopan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 pendapat itu wajar. Yang penting caranya tetap classy.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E3F1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2665476"/>
            <a:ext cx="475488" cy="475488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26654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see your point, but...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E3F1"/>
          </a:solidFill>
          <a:ln/>
        </p:spPr>
      </p:sp>
      <p:sp>
        <p:nvSpPr>
          <p:cNvPr id="11" name="Shape 9"/>
          <p:cNvSpPr/>
          <p:nvPr/>
        </p:nvSpPr>
        <p:spPr>
          <a:xfrm>
            <a:off x="6574536" y="2665476"/>
            <a:ext cx="475488" cy="475488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12" name="Text 10"/>
          <p:cNvSpPr/>
          <p:nvPr/>
        </p:nvSpPr>
        <p:spPr>
          <a:xfrm>
            <a:off x="6574536" y="26654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269480" y="237744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so sure about that.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E3F1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3991356"/>
            <a:ext cx="475488" cy="475488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" y="39913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00200" y="370332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respectfully disagree.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17920" y="370332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E3F1"/>
          </a:solidFill>
          <a:ln/>
        </p:spPr>
      </p:sp>
      <p:sp>
        <p:nvSpPr>
          <p:cNvPr id="19" name="Shape 17"/>
          <p:cNvSpPr/>
          <p:nvPr/>
        </p:nvSpPr>
        <p:spPr>
          <a:xfrm>
            <a:off x="6574536" y="3991356"/>
            <a:ext cx="475488" cy="475488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20" name="Text 18"/>
          <p:cNvSpPr/>
          <p:nvPr/>
        </p:nvSpPr>
        <p:spPr>
          <a:xfrm>
            <a:off x="6574536" y="39913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269480" y="370332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fair, but I think differently.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E3F1"/>
          </a:solidFill>
          <a:ln/>
        </p:spPr>
      </p:sp>
      <p:sp>
        <p:nvSpPr>
          <p:cNvPr id="23" name="Shape 21"/>
          <p:cNvSpPr/>
          <p:nvPr/>
        </p:nvSpPr>
        <p:spPr>
          <a:xfrm>
            <a:off x="905256" y="5317236"/>
            <a:ext cx="475488" cy="475488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" y="53172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600200" y="502920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get where you're coming from, however...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217920" y="502920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E3F1"/>
          </a:solidFill>
          <a:ln/>
        </p:spPr>
      </p:sp>
      <p:sp>
        <p:nvSpPr>
          <p:cNvPr id="27" name="Shape 25"/>
          <p:cNvSpPr/>
          <p:nvPr/>
        </p:nvSpPr>
        <p:spPr>
          <a:xfrm>
            <a:off x="6574536" y="5317236"/>
            <a:ext cx="475488" cy="475488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28" name="Text 26"/>
          <p:cNvSpPr/>
          <p:nvPr/>
        </p:nvSpPr>
        <p:spPr>
          <a:xfrm>
            <a:off x="6574536" y="53172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269480" y="502920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Hmm, I'd have to disagree there.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OPINION  //  ENGLISH SPEAKING SKILLS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D4FF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IN ACTION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Percakapan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Topik: rilisan album baru favorit kalian ♪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868680"/>
          </a:xfrm>
          <a:prstGeom prst="roundRect">
            <a:avLst>
              <a:gd name="adj" fmla="val 16842"/>
            </a:avLst>
          </a:prstGeom>
          <a:solidFill>
            <a:srgbClr val="24184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13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56946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about the new album?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577840" y="3310128"/>
            <a:ext cx="6035040" cy="868680"/>
          </a:xfrm>
          <a:prstGeom prst="roundRect">
            <a:avLst>
              <a:gd name="adj" fmla="val 16842"/>
            </a:avLst>
          </a:prstGeom>
          <a:solidFill>
            <a:srgbClr val="6C2BD9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52160" y="36393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Honestly, I think it's their best one yet.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379976"/>
            <a:ext cx="6035040" cy="868680"/>
          </a:xfrm>
          <a:prstGeom prst="roundRect">
            <a:avLst>
              <a:gd name="adj" fmla="val 16842"/>
            </a:avLst>
          </a:prstGeom>
          <a:solidFill>
            <a:srgbClr val="24184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53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Really? I feel like the lyrics are kinda repetitive though.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577840" y="5449824"/>
            <a:ext cx="6035040" cy="868680"/>
          </a:xfrm>
          <a:prstGeom prst="roundRect">
            <a:avLst>
              <a:gd name="adj" fmla="val 16842"/>
            </a:avLst>
          </a:prstGeom>
          <a:solidFill>
            <a:srgbClr val="6C2BD9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55229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52160" y="57790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see your point, but the production totally makes up for it.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OPINION  //  ENGLISH SPEAKING SKILLS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6C2B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TIPS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Biar Opinion-mu On Point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160520"/>
          </a:xfrm>
          <a:prstGeom prst="roundRect">
            <a:avLst>
              <a:gd name="adj" fmla="val 3956"/>
            </a:avLst>
          </a:prstGeom>
          <a:solidFill>
            <a:srgbClr val="EAF9D2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240280"/>
            <a:ext cx="548640" cy="548640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Jelasin alasan di balik pendapatmu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Dengerin pendapat orang lain juga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Pakai nada yang santai tapi tetap jelas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Terbuka kalau ternyata pendapatmu berubah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965960"/>
            <a:ext cx="5349240" cy="4160520"/>
          </a:xfrm>
          <a:prstGeom prst="roundRect">
            <a:avLst>
              <a:gd name="adj" fmla="val 3956"/>
            </a:avLst>
          </a:prstGeom>
          <a:solidFill>
            <a:srgbClr val="FFE3F1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2240280"/>
            <a:ext cx="548640" cy="548640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3063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Maksa orang lain buat setuju sama kamu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3749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Motong omongan orang pas dia lagi ngomong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Ngejudge pendapat orang secara personal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Ngomong "pokoknya salah" tanpa alasan jelas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OPINION  //  ENGLISH SPEAKING SKILLS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4572000" cy="45720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389120"/>
            <a:ext cx="3291840" cy="3291840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640080"/>
            <a:ext cx="146304" cy="146304"/>
          </a:xfrm>
          <a:prstGeom prst="ellipse">
            <a:avLst/>
          </a:prstGeom>
          <a:solidFill>
            <a:srgbClr val="3A2666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1188720"/>
            <a:ext cx="91440" cy="91440"/>
          </a:xfrm>
          <a:prstGeom prst="ellipse">
            <a:avLst/>
          </a:prstGeom>
          <a:solidFill>
            <a:srgbClr val="3A2666"/>
          </a:solidFill>
          <a:ln/>
        </p:spPr>
      </p:sp>
      <p:sp>
        <p:nvSpPr>
          <p:cNvPr id="6" name="Shape 4"/>
          <p:cNvSpPr/>
          <p:nvPr/>
        </p:nvSpPr>
        <p:spPr>
          <a:xfrm>
            <a:off x="4480560" y="1005840"/>
            <a:ext cx="3200400" cy="411480"/>
          </a:xfrm>
          <a:prstGeom prst="roundRect">
            <a:avLst>
              <a:gd name="adj" fmla="val 50000"/>
            </a:avLst>
          </a:prstGeom>
          <a:solidFill>
            <a:srgbClr val="D4FF3E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828800" y="2788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honest opinion about learning English through slang &amp; trends?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80360" y="3794760"/>
            <a:ext cx="6400800" cy="1417320"/>
          </a:xfrm>
          <a:prstGeom prst="roundRect">
            <a:avLst>
              <a:gd name="adj" fmla="val 10323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379476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</a:t>
            </a:r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my opinion, ... because ...”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OPINION  //  ENGLISH SPEAKING SKILLS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2026-08-06T11:31:35Z</dcterms:created>
  <dcterms:modified xsi:type="dcterms:W3CDTF">2026-08-06T11:31:35Z</dcterms:modified>
</cp:coreProperties>
</file>